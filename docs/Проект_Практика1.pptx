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61" r:id="rId2"/>
    <p:sldId id="256" r:id="rId3"/>
    <p:sldId id="257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32"/>
    <p:restoredTop sz="94698"/>
  </p:normalViewPr>
  <p:slideViewPr>
    <p:cSldViewPr snapToGrid="0" snapToObjects="1">
      <p:cViewPr varScale="1">
        <p:scale>
          <a:sx n="120" d="100"/>
          <a:sy n="120" d="100"/>
        </p:scale>
        <p:origin x="184" y="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89E62CF-CD85-4E7B-963A-ADCB1021460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33D8767-9F6E-4C8A-BB64-85DD0A8A9930}">
      <dgm:prSet/>
      <dgm:spPr/>
      <dgm:t>
        <a:bodyPr/>
        <a:lstStyle/>
        <a:p>
          <a:r>
            <a:rPr lang="en-US"/>
            <a:t>• При планировании работы сложно сопоставить задачи с реальным количеством доступного времени.</a:t>
          </a:r>
        </a:p>
      </dgm:t>
    </dgm:pt>
    <dgm:pt modelId="{F9B33E6E-C42C-4858-83DE-2069D9174911}" type="parTrans" cxnId="{9976E7CF-EA93-4D2D-9594-A45CC00E0BA2}">
      <dgm:prSet/>
      <dgm:spPr/>
      <dgm:t>
        <a:bodyPr/>
        <a:lstStyle/>
        <a:p>
          <a:endParaRPr lang="en-US"/>
        </a:p>
      </dgm:t>
    </dgm:pt>
    <dgm:pt modelId="{0A4A22CE-E994-4821-B436-BAAD645D5E7C}" type="sibTrans" cxnId="{9976E7CF-EA93-4D2D-9594-A45CC00E0BA2}">
      <dgm:prSet/>
      <dgm:spPr/>
      <dgm:t>
        <a:bodyPr/>
        <a:lstStyle/>
        <a:p>
          <a:endParaRPr lang="en-US"/>
        </a:p>
      </dgm:t>
    </dgm:pt>
    <dgm:pt modelId="{F29DF3A9-A4A7-4B19-849D-BD9AB3FC43CC}">
      <dgm:prSet/>
      <dgm:spPr/>
      <dgm:t>
        <a:bodyPr/>
        <a:lstStyle/>
        <a:p>
          <a:r>
            <a:rPr lang="en-US"/>
            <a:t>• Особенно это актуально при неполном или гибком рабочем графике.</a:t>
          </a:r>
        </a:p>
      </dgm:t>
    </dgm:pt>
    <dgm:pt modelId="{C0E34407-DC8C-49D2-86FD-37C31C44B8FA}" type="parTrans" cxnId="{C2A89A05-2635-4800-B090-65C9B582A376}">
      <dgm:prSet/>
      <dgm:spPr/>
      <dgm:t>
        <a:bodyPr/>
        <a:lstStyle/>
        <a:p>
          <a:endParaRPr lang="en-US"/>
        </a:p>
      </dgm:t>
    </dgm:pt>
    <dgm:pt modelId="{3AD6842B-911F-4AF9-A12B-0F6B102B8D0D}" type="sibTrans" cxnId="{C2A89A05-2635-4800-B090-65C9B582A376}">
      <dgm:prSet/>
      <dgm:spPr/>
      <dgm:t>
        <a:bodyPr/>
        <a:lstStyle/>
        <a:p>
          <a:endParaRPr lang="en-US"/>
        </a:p>
      </dgm:t>
    </dgm:pt>
    <dgm:pt modelId="{125D0E9A-F481-4B82-927D-7BB73ABB17BC}">
      <dgm:prSet/>
      <dgm:spPr/>
      <dgm:t>
        <a:bodyPr/>
        <a:lstStyle/>
        <a:p>
          <a:r>
            <a:rPr lang="en-US"/>
            <a:t>• В результате можно запланировать больше работы, чем реально возможно выполнить.</a:t>
          </a:r>
        </a:p>
      </dgm:t>
    </dgm:pt>
    <dgm:pt modelId="{9DF3AD4F-B031-4AA5-9C8D-6CEFEAAA66CE}" type="parTrans" cxnId="{4F97BF97-F8AF-48FC-B5D4-46F24B8FE5BA}">
      <dgm:prSet/>
      <dgm:spPr/>
      <dgm:t>
        <a:bodyPr/>
        <a:lstStyle/>
        <a:p>
          <a:endParaRPr lang="en-US"/>
        </a:p>
      </dgm:t>
    </dgm:pt>
    <dgm:pt modelId="{B861CD26-8D28-4E72-A8AD-056399A025A0}" type="sibTrans" cxnId="{4F97BF97-F8AF-48FC-B5D4-46F24B8FE5BA}">
      <dgm:prSet/>
      <dgm:spPr/>
      <dgm:t>
        <a:bodyPr/>
        <a:lstStyle/>
        <a:p>
          <a:endParaRPr lang="en-US"/>
        </a:p>
      </dgm:t>
    </dgm:pt>
    <dgm:pt modelId="{2771AD8B-050B-4514-804A-AECDBBE2DA55}">
      <dgm:prSet/>
      <dgm:spPr/>
      <dgm:t>
        <a:bodyPr/>
        <a:lstStyle/>
        <a:p>
          <a:r>
            <a:rPr lang="en-US"/>
            <a:t>• Фактическое время выполнения задач часто приходится отслеживать отдельно.</a:t>
          </a:r>
        </a:p>
      </dgm:t>
    </dgm:pt>
    <dgm:pt modelId="{A5096B05-D0D8-4597-A962-D149F00F0C78}" type="parTrans" cxnId="{6E5E6BB3-3F13-4318-9C2E-C272E0489DB2}">
      <dgm:prSet/>
      <dgm:spPr/>
      <dgm:t>
        <a:bodyPr/>
        <a:lstStyle/>
        <a:p>
          <a:endParaRPr lang="en-US"/>
        </a:p>
      </dgm:t>
    </dgm:pt>
    <dgm:pt modelId="{578D3336-1B83-4602-8247-458B1E4D0E23}" type="sibTrans" cxnId="{6E5E6BB3-3F13-4318-9C2E-C272E0489DB2}">
      <dgm:prSet/>
      <dgm:spPr/>
      <dgm:t>
        <a:bodyPr/>
        <a:lstStyle/>
        <a:p>
          <a:endParaRPr lang="en-US"/>
        </a:p>
      </dgm:t>
    </dgm:pt>
    <dgm:pt modelId="{78EC933B-8F00-4251-B283-69995F49358D}" type="pres">
      <dgm:prSet presAssocID="{B89E62CF-CD85-4E7B-963A-ADCB10214607}" presName="root" presStyleCnt="0">
        <dgm:presLayoutVars>
          <dgm:dir/>
          <dgm:resizeHandles val="exact"/>
        </dgm:presLayoutVars>
      </dgm:prSet>
      <dgm:spPr/>
    </dgm:pt>
    <dgm:pt modelId="{4FAFBB42-7949-4CAE-BB69-F8F801399B63}" type="pres">
      <dgm:prSet presAssocID="{C33D8767-9F6E-4C8A-BB64-85DD0A8A9930}" presName="compNode" presStyleCnt="0"/>
      <dgm:spPr/>
    </dgm:pt>
    <dgm:pt modelId="{A4CA6039-BF0B-4022-9556-258C857506C9}" type="pres">
      <dgm:prSet presAssocID="{C33D8767-9F6E-4C8A-BB64-85DD0A8A9930}" presName="bgRect" presStyleLbl="bgShp" presStyleIdx="0" presStyleCnt="4"/>
      <dgm:spPr/>
    </dgm:pt>
    <dgm:pt modelId="{BCC96CB7-BE7E-44A4-9280-B80F02691DC0}" type="pres">
      <dgm:prSet presAssocID="{C33D8767-9F6E-4C8A-BB64-85DD0A8A9930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Обход контента"/>
        </a:ext>
      </dgm:extLst>
    </dgm:pt>
    <dgm:pt modelId="{B7544904-2644-4E1E-B2CE-211AB6ABF6B7}" type="pres">
      <dgm:prSet presAssocID="{C33D8767-9F6E-4C8A-BB64-85DD0A8A9930}" presName="spaceRect" presStyleCnt="0"/>
      <dgm:spPr/>
    </dgm:pt>
    <dgm:pt modelId="{4BC2B58C-15C5-4F60-8EC9-5C97DA5568F4}" type="pres">
      <dgm:prSet presAssocID="{C33D8767-9F6E-4C8A-BB64-85DD0A8A9930}" presName="parTx" presStyleLbl="revTx" presStyleIdx="0" presStyleCnt="4">
        <dgm:presLayoutVars>
          <dgm:chMax val="0"/>
          <dgm:chPref val="0"/>
        </dgm:presLayoutVars>
      </dgm:prSet>
      <dgm:spPr/>
    </dgm:pt>
    <dgm:pt modelId="{6CA5642F-70FF-44B3-B6E4-309720907885}" type="pres">
      <dgm:prSet presAssocID="{0A4A22CE-E994-4821-B436-BAAD645D5E7C}" presName="sibTrans" presStyleCnt="0"/>
      <dgm:spPr/>
    </dgm:pt>
    <dgm:pt modelId="{E6DD63F8-6E56-4D24-A1B2-F1E3A16D64AC}" type="pres">
      <dgm:prSet presAssocID="{F29DF3A9-A4A7-4B19-849D-BD9AB3FC43CC}" presName="compNode" presStyleCnt="0"/>
      <dgm:spPr/>
    </dgm:pt>
    <dgm:pt modelId="{2405ABE1-B694-4ADE-B152-989106B91E75}" type="pres">
      <dgm:prSet presAssocID="{F29DF3A9-A4A7-4B19-849D-BD9AB3FC43CC}" presName="bgRect" presStyleLbl="bgShp" presStyleIdx="1" presStyleCnt="4"/>
      <dgm:spPr/>
    </dgm:pt>
    <dgm:pt modelId="{C1EA927C-FE9C-4EB2-AE5F-25A01BEB9B85}" type="pres">
      <dgm:prSet presAssocID="{F29DF3A9-A4A7-4B19-849D-BD9AB3FC43CC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Раздражающее вещество"/>
        </a:ext>
      </dgm:extLst>
    </dgm:pt>
    <dgm:pt modelId="{C8FB3FDC-830E-4CCB-A2D4-5B0C8A0268F9}" type="pres">
      <dgm:prSet presAssocID="{F29DF3A9-A4A7-4B19-849D-BD9AB3FC43CC}" presName="spaceRect" presStyleCnt="0"/>
      <dgm:spPr/>
    </dgm:pt>
    <dgm:pt modelId="{230DBEBC-644B-407F-85A8-9F359D93F530}" type="pres">
      <dgm:prSet presAssocID="{F29DF3A9-A4A7-4B19-849D-BD9AB3FC43CC}" presName="parTx" presStyleLbl="revTx" presStyleIdx="1" presStyleCnt="4">
        <dgm:presLayoutVars>
          <dgm:chMax val="0"/>
          <dgm:chPref val="0"/>
        </dgm:presLayoutVars>
      </dgm:prSet>
      <dgm:spPr/>
    </dgm:pt>
    <dgm:pt modelId="{1CDBAE1A-DA9C-449E-8B9A-539EB2C72B13}" type="pres">
      <dgm:prSet presAssocID="{3AD6842B-911F-4AF9-A12B-0F6B102B8D0D}" presName="sibTrans" presStyleCnt="0"/>
      <dgm:spPr/>
    </dgm:pt>
    <dgm:pt modelId="{E322B102-251B-4225-B357-8124A21B38A1}" type="pres">
      <dgm:prSet presAssocID="{125D0E9A-F481-4B82-927D-7BB73ABB17BC}" presName="compNode" presStyleCnt="0"/>
      <dgm:spPr/>
    </dgm:pt>
    <dgm:pt modelId="{0E4FBA48-DB9C-46AC-A6E3-83A9E7BE0137}" type="pres">
      <dgm:prSet presAssocID="{125D0E9A-F481-4B82-927D-7BB73ABB17BC}" presName="bgRect" presStyleLbl="bgShp" presStyleIdx="2" presStyleCnt="4"/>
      <dgm:spPr/>
    </dgm:pt>
    <dgm:pt modelId="{94E0CCB2-5B2B-4D38-86E1-535E789B8392}" type="pres">
      <dgm:prSet presAssocID="{125D0E9A-F481-4B82-927D-7BB73ABB17BC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ustache Face with Solid Fill"/>
        </a:ext>
      </dgm:extLst>
    </dgm:pt>
    <dgm:pt modelId="{02F3BAAD-DA5E-4244-A8E3-F5697674538E}" type="pres">
      <dgm:prSet presAssocID="{125D0E9A-F481-4B82-927D-7BB73ABB17BC}" presName="spaceRect" presStyleCnt="0"/>
      <dgm:spPr/>
    </dgm:pt>
    <dgm:pt modelId="{85870E3F-9D50-4E02-88AE-6C8E20B30F55}" type="pres">
      <dgm:prSet presAssocID="{125D0E9A-F481-4B82-927D-7BB73ABB17BC}" presName="parTx" presStyleLbl="revTx" presStyleIdx="2" presStyleCnt="4">
        <dgm:presLayoutVars>
          <dgm:chMax val="0"/>
          <dgm:chPref val="0"/>
        </dgm:presLayoutVars>
      </dgm:prSet>
      <dgm:spPr/>
    </dgm:pt>
    <dgm:pt modelId="{AE43D93B-1781-4FA6-92AD-8D2613F72057}" type="pres">
      <dgm:prSet presAssocID="{B861CD26-8D28-4E72-A8AD-056399A025A0}" presName="sibTrans" presStyleCnt="0"/>
      <dgm:spPr/>
    </dgm:pt>
    <dgm:pt modelId="{ABFB8ED7-A8A4-4B73-9D19-38CFECE0C2DE}" type="pres">
      <dgm:prSet presAssocID="{2771AD8B-050B-4514-804A-AECDBBE2DA55}" presName="compNode" presStyleCnt="0"/>
      <dgm:spPr/>
    </dgm:pt>
    <dgm:pt modelId="{1A345209-51B3-45AE-A661-1482611CFE69}" type="pres">
      <dgm:prSet presAssocID="{2771AD8B-050B-4514-804A-AECDBBE2DA55}" presName="bgRect" presStyleLbl="bgShp" presStyleIdx="3" presStyleCnt="4"/>
      <dgm:spPr/>
    </dgm:pt>
    <dgm:pt modelId="{01529312-F60F-41D4-B501-DAB41DF39E0C}" type="pres">
      <dgm:prSet presAssocID="{2771AD8B-050B-4514-804A-AECDBBE2DA55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ed Bump"/>
        </a:ext>
      </dgm:extLst>
    </dgm:pt>
    <dgm:pt modelId="{768B5545-280B-42D9-90A2-B1B46BAD9A39}" type="pres">
      <dgm:prSet presAssocID="{2771AD8B-050B-4514-804A-AECDBBE2DA55}" presName="spaceRect" presStyleCnt="0"/>
      <dgm:spPr/>
    </dgm:pt>
    <dgm:pt modelId="{C4336558-7538-46EA-9329-8B7C0CD4CB58}" type="pres">
      <dgm:prSet presAssocID="{2771AD8B-050B-4514-804A-AECDBBE2DA55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2A89A05-2635-4800-B090-65C9B582A376}" srcId="{B89E62CF-CD85-4E7B-963A-ADCB10214607}" destId="{F29DF3A9-A4A7-4B19-849D-BD9AB3FC43CC}" srcOrd="1" destOrd="0" parTransId="{C0E34407-DC8C-49D2-86FD-37C31C44B8FA}" sibTransId="{3AD6842B-911F-4AF9-A12B-0F6B102B8D0D}"/>
    <dgm:cxn modelId="{F23E0C1C-D68F-4FE9-B6E8-91560E5024B8}" type="presOf" srcId="{C33D8767-9F6E-4C8A-BB64-85DD0A8A9930}" destId="{4BC2B58C-15C5-4F60-8EC9-5C97DA5568F4}" srcOrd="0" destOrd="0" presId="urn:microsoft.com/office/officeart/2018/2/layout/IconVerticalSolidList"/>
    <dgm:cxn modelId="{4F97BF97-F8AF-48FC-B5D4-46F24B8FE5BA}" srcId="{B89E62CF-CD85-4E7B-963A-ADCB10214607}" destId="{125D0E9A-F481-4B82-927D-7BB73ABB17BC}" srcOrd="2" destOrd="0" parTransId="{9DF3AD4F-B031-4AA5-9C8D-6CEFEAAA66CE}" sibTransId="{B861CD26-8D28-4E72-A8AD-056399A025A0}"/>
    <dgm:cxn modelId="{E35166B2-918F-4845-AF75-18806C41DC53}" type="presOf" srcId="{2771AD8B-050B-4514-804A-AECDBBE2DA55}" destId="{C4336558-7538-46EA-9329-8B7C0CD4CB58}" srcOrd="0" destOrd="0" presId="urn:microsoft.com/office/officeart/2018/2/layout/IconVerticalSolidList"/>
    <dgm:cxn modelId="{6E5E6BB3-3F13-4318-9C2E-C272E0489DB2}" srcId="{B89E62CF-CD85-4E7B-963A-ADCB10214607}" destId="{2771AD8B-050B-4514-804A-AECDBBE2DA55}" srcOrd="3" destOrd="0" parTransId="{A5096B05-D0D8-4597-A962-D149F00F0C78}" sibTransId="{578D3336-1B83-4602-8247-458B1E4D0E23}"/>
    <dgm:cxn modelId="{09AD27B4-8BFA-4952-816C-AB9FACB14511}" type="presOf" srcId="{B89E62CF-CD85-4E7B-963A-ADCB10214607}" destId="{78EC933B-8F00-4251-B283-69995F49358D}" srcOrd="0" destOrd="0" presId="urn:microsoft.com/office/officeart/2018/2/layout/IconVerticalSolidList"/>
    <dgm:cxn modelId="{46C8F2BF-DB53-4868-9A7C-FB6376E33C05}" type="presOf" srcId="{125D0E9A-F481-4B82-927D-7BB73ABB17BC}" destId="{85870E3F-9D50-4E02-88AE-6C8E20B30F55}" srcOrd="0" destOrd="0" presId="urn:microsoft.com/office/officeart/2018/2/layout/IconVerticalSolidList"/>
    <dgm:cxn modelId="{A73107C0-6129-444C-B612-63E0D6F70235}" type="presOf" srcId="{F29DF3A9-A4A7-4B19-849D-BD9AB3FC43CC}" destId="{230DBEBC-644B-407F-85A8-9F359D93F530}" srcOrd="0" destOrd="0" presId="urn:microsoft.com/office/officeart/2018/2/layout/IconVerticalSolidList"/>
    <dgm:cxn modelId="{9976E7CF-EA93-4D2D-9594-A45CC00E0BA2}" srcId="{B89E62CF-CD85-4E7B-963A-ADCB10214607}" destId="{C33D8767-9F6E-4C8A-BB64-85DD0A8A9930}" srcOrd="0" destOrd="0" parTransId="{F9B33E6E-C42C-4858-83DE-2069D9174911}" sibTransId="{0A4A22CE-E994-4821-B436-BAAD645D5E7C}"/>
    <dgm:cxn modelId="{98D156D7-90BC-422B-9BB9-8EDEE392990E}" type="presParOf" srcId="{78EC933B-8F00-4251-B283-69995F49358D}" destId="{4FAFBB42-7949-4CAE-BB69-F8F801399B63}" srcOrd="0" destOrd="0" presId="urn:microsoft.com/office/officeart/2018/2/layout/IconVerticalSolidList"/>
    <dgm:cxn modelId="{FCA64913-F774-4A7C-8F92-6F193DC3CBFA}" type="presParOf" srcId="{4FAFBB42-7949-4CAE-BB69-F8F801399B63}" destId="{A4CA6039-BF0B-4022-9556-258C857506C9}" srcOrd="0" destOrd="0" presId="urn:microsoft.com/office/officeart/2018/2/layout/IconVerticalSolidList"/>
    <dgm:cxn modelId="{B4F4A3A4-ED43-4C28-86DF-8431F4C861D3}" type="presParOf" srcId="{4FAFBB42-7949-4CAE-BB69-F8F801399B63}" destId="{BCC96CB7-BE7E-44A4-9280-B80F02691DC0}" srcOrd="1" destOrd="0" presId="urn:microsoft.com/office/officeart/2018/2/layout/IconVerticalSolidList"/>
    <dgm:cxn modelId="{73761B8B-D672-402C-95CD-2C11C22BED09}" type="presParOf" srcId="{4FAFBB42-7949-4CAE-BB69-F8F801399B63}" destId="{B7544904-2644-4E1E-B2CE-211AB6ABF6B7}" srcOrd="2" destOrd="0" presId="urn:microsoft.com/office/officeart/2018/2/layout/IconVerticalSolidList"/>
    <dgm:cxn modelId="{A67B65A9-C33B-43CB-9296-770FA41547FB}" type="presParOf" srcId="{4FAFBB42-7949-4CAE-BB69-F8F801399B63}" destId="{4BC2B58C-15C5-4F60-8EC9-5C97DA5568F4}" srcOrd="3" destOrd="0" presId="urn:microsoft.com/office/officeart/2018/2/layout/IconVerticalSolidList"/>
    <dgm:cxn modelId="{D65F02F9-1774-4B67-AD5A-F1DC9D642875}" type="presParOf" srcId="{78EC933B-8F00-4251-B283-69995F49358D}" destId="{6CA5642F-70FF-44B3-B6E4-309720907885}" srcOrd="1" destOrd="0" presId="urn:microsoft.com/office/officeart/2018/2/layout/IconVerticalSolidList"/>
    <dgm:cxn modelId="{E3A7D790-0B5D-42DC-A644-0B8CF9561761}" type="presParOf" srcId="{78EC933B-8F00-4251-B283-69995F49358D}" destId="{E6DD63F8-6E56-4D24-A1B2-F1E3A16D64AC}" srcOrd="2" destOrd="0" presId="urn:microsoft.com/office/officeart/2018/2/layout/IconVerticalSolidList"/>
    <dgm:cxn modelId="{70109ED1-9F9B-4415-B270-880D3C9B03A9}" type="presParOf" srcId="{E6DD63F8-6E56-4D24-A1B2-F1E3A16D64AC}" destId="{2405ABE1-B694-4ADE-B152-989106B91E75}" srcOrd="0" destOrd="0" presId="urn:microsoft.com/office/officeart/2018/2/layout/IconVerticalSolidList"/>
    <dgm:cxn modelId="{E5720B6C-C95D-4B5E-A74F-576A00CC44C8}" type="presParOf" srcId="{E6DD63F8-6E56-4D24-A1B2-F1E3A16D64AC}" destId="{C1EA927C-FE9C-4EB2-AE5F-25A01BEB9B85}" srcOrd="1" destOrd="0" presId="urn:microsoft.com/office/officeart/2018/2/layout/IconVerticalSolidList"/>
    <dgm:cxn modelId="{97DED6EC-9147-4420-A6BB-F1AE5E401773}" type="presParOf" srcId="{E6DD63F8-6E56-4D24-A1B2-F1E3A16D64AC}" destId="{C8FB3FDC-830E-4CCB-A2D4-5B0C8A0268F9}" srcOrd="2" destOrd="0" presId="urn:microsoft.com/office/officeart/2018/2/layout/IconVerticalSolidList"/>
    <dgm:cxn modelId="{77DA1046-E660-4AE2-B8A1-39BADC378333}" type="presParOf" srcId="{E6DD63F8-6E56-4D24-A1B2-F1E3A16D64AC}" destId="{230DBEBC-644B-407F-85A8-9F359D93F530}" srcOrd="3" destOrd="0" presId="urn:microsoft.com/office/officeart/2018/2/layout/IconVerticalSolidList"/>
    <dgm:cxn modelId="{A8172A9D-C4A8-49B3-B82E-D63E82DE011F}" type="presParOf" srcId="{78EC933B-8F00-4251-B283-69995F49358D}" destId="{1CDBAE1A-DA9C-449E-8B9A-539EB2C72B13}" srcOrd="3" destOrd="0" presId="urn:microsoft.com/office/officeart/2018/2/layout/IconVerticalSolidList"/>
    <dgm:cxn modelId="{0127B968-D91B-46F9-A68D-726461922ED2}" type="presParOf" srcId="{78EC933B-8F00-4251-B283-69995F49358D}" destId="{E322B102-251B-4225-B357-8124A21B38A1}" srcOrd="4" destOrd="0" presId="urn:microsoft.com/office/officeart/2018/2/layout/IconVerticalSolidList"/>
    <dgm:cxn modelId="{E0662BBB-1981-4EEE-8D27-43E4A128A3D4}" type="presParOf" srcId="{E322B102-251B-4225-B357-8124A21B38A1}" destId="{0E4FBA48-DB9C-46AC-A6E3-83A9E7BE0137}" srcOrd="0" destOrd="0" presId="urn:microsoft.com/office/officeart/2018/2/layout/IconVerticalSolidList"/>
    <dgm:cxn modelId="{E5A007B7-93E1-4EF7-8C4D-18B9E416233A}" type="presParOf" srcId="{E322B102-251B-4225-B357-8124A21B38A1}" destId="{94E0CCB2-5B2B-4D38-86E1-535E789B8392}" srcOrd="1" destOrd="0" presId="urn:microsoft.com/office/officeart/2018/2/layout/IconVerticalSolidList"/>
    <dgm:cxn modelId="{45FB1428-1825-45FE-86FB-C119AA8CF5B7}" type="presParOf" srcId="{E322B102-251B-4225-B357-8124A21B38A1}" destId="{02F3BAAD-DA5E-4244-A8E3-F5697674538E}" srcOrd="2" destOrd="0" presId="urn:microsoft.com/office/officeart/2018/2/layout/IconVerticalSolidList"/>
    <dgm:cxn modelId="{75F3656A-03E3-407F-B1C4-47248BBF4A3D}" type="presParOf" srcId="{E322B102-251B-4225-B357-8124A21B38A1}" destId="{85870E3F-9D50-4E02-88AE-6C8E20B30F55}" srcOrd="3" destOrd="0" presId="urn:microsoft.com/office/officeart/2018/2/layout/IconVerticalSolidList"/>
    <dgm:cxn modelId="{42EC004B-87C3-4277-851D-AC52B249B77B}" type="presParOf" srcId="{78EC933B-8F00-4251-B283-69995F49358D}" destId="{AE43D93B-1781-4FA6-92AD-8D2613F72057}" srcOrd="5" destOrd="0" presId="urn:microsoft.com/office/officeart/2018/2/layout/IconVerticalSolidList"/>
    <dgm:cxn modelId="{4F51C924-ED61-47E7-AD7D-23E3B7628576}" type="presParOf" srcId="{78EC933B-8F00-4251-B283-69995F49358D}" destId="{ABFB8ED7-A8A4-4B73-9D19-38CFECE0C2DE}" srcOrd="6" destOrd="0" presId="urn:microsoft.com/office/officeart/2018/2/layout/IconVerticalSolidList"/>
    <dgm:cxn modelId="{E4D7D355-209F-4F46-B9C8-BFA034A64458}" type="presParOf" srcId="{ABFB8ED7-A8A4-4B73-9D19-38CFECE0C2DE}" destId="{1A345209-51B3-45AE-A661-1482611CFE69}" srcOrd="0" destOrd="0" presId="urn:microsoft.com/office/officeart/2018/2/layout/IconVerticalSolidList"/>
    <dgm:cxn modelId="{0E696199-2E85-4861-9FA4-1C5B28D6DB02}" type="presParOf" srcId="{ABFB8ED7-A8A4-4B73-9D19-38CFECE0C2DE}" destId="{01529312-F60F-41D4-B501-DAB41DF39E0C}" srcOrd="1" destOrd="0" presId="urn:microsoft.com/office/officeart/2018/2/layout/IconVerticalSolidList"/>
    <dgm:cxn modelId="{975157AF-6F31-4E0D-86AD-BA794E98D1C6}" type="presParOf" srcId="{ABFB8ED7-A8A4-4B73-9D19-38CFECE0C2DE}" destId="{768B5545-280B-42D9-90A2-B1B46BAD9A39}" srcOrd="2" destOrd="0" presId="urn:microsoft.com/office/officeart/2018/2/layout/IconVerticalSolidList"/>
    <dgm:cxn modelId="{1D7F3EBC-2763-40C4-8B28-1829BC6645F0}" type="presParOf" srcId="{ABFB8ED7-A8A4-4B73-9D19-38CFECE0C2DE}" destId="{C4336558-7538-46EA-9329-8B7C0CD4CB5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51FBCD4-5A8E-451D-8050-C3CD23EE1566}" type="doc">
      <dgm:prSet loTypeId="urn:microsoft.com/office/officeart/2016/7/layout/BasicLinearProcessNumbered" loCatId="process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E509135-1473-4275-A035-9E657A670886}">
      <dgm:prSet/>
      <dgm:spPr/>
      <dgm:t>
        <a:bodyPr/>
        <a:lstStyle/>
        <a:p>
          <a:r>
            <a:rPr lang="en-US"/>
            <a:t>• Единая система для планирования задач, рабочего времени и контроля загрузки.</a:t>
          </a:r>
        </a:p>
      </dgm:t>
    </dgm:pt>
    <dgm:pt modelId="{B9F053CE-59E4-4322-9247-E2C60A00DAE9}" type="parTrans" cxnId="{8AFE3992-7FAA-43DC-8278-6614B30CD003}">
      <dgm:prSet/>
      <dgm:spPr/>
      <dgm:t>
        <a:bodyPr/>
        <a:lstStyle/>
        <a:p>
          <a:endParaRPr lang="en-US"/>
        </a:p>
      </dgm:t>
    </dgm:pt>
    <dgm:pt modelId="{0B0D88CB-D373-4228-87FF-6B5137082ED8}" type="sibTrans" cxnId="{8AFE3992-7FAA-43DC-8278-6614B30CD003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DAB44A67-8A8A-446B-87CD-D6DDE0CF490A}">
      <dgm:prSet/>
      <dgm:spPr/>
      <dgm:t>
        <a:bodyPr/>
        <a:lstStyle/>
        <a:p>
          <a:r>
            <a:rPr lang="en-US"/>
            <a:t>• Пользователь задаёт рабочий график и может добавлять дополнительное рабочее время.</a:t>
          </a:r>
        </a:p>
      </dgm:t>
    </dgm:pt>
    <dgm:pt modelId="{24329B8E-6DBF-4F36-856D-5326F8079732}" type="parTrans" cxnId="{DE531E93-C39B-47CC-A250-6BEDD72779D0}">
      <dgm:prSet/>
      <dgm:spPr/>
      <dgm:t>
        <a:bodyPr/>
        <a:lstStyle/>
        <a:p>
          <a:endParaRPr lang="en-US"/>
        </a:p>
      </dgm:t>
    </dgm:pt>
    <dgm:pt modelId="{8FD116A7-0A6D-401E-8704-C7EA93A8D804}" type="sibTrans" cxnId="{DE531E93-C39B-47CC-A250-6BEDD72779D0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A24266D1-9536-4D88-BE24-FDE9A236676E}">
      <dgm:prSet/>
      <dgm:spPr/>
      <dgm:t>
        <a:bodyPr/>
        <a:lstStyle/>
        <a:p>
          <a:r>
            <a:rPr lang="en-US"/>
            <a:t>• Для каждой задачи указывается планируемое время и запускается таймер фактического времени.</a:t>
          </a:r>
        </a:p>
      </dgm:t>
    </dgm:pt>
    <dgm:pt modelId="{D9024238-9B26-4DEE-871D-5334E18EEEA2}" type="parTrans" cxnId="{D57005A9-287D-465B-A0DE-3460C68C0717}">
      <dgm:prSet/>
      <dgm:spPr/>
      <dgm:t>
        <a:bodyPr/>
        <a:lstStyle/>
        <a:p>
          <a:endParaRPr lang="en-US"/>
        </a:p>
      </dgm:t>
    </dgm:pt>
    <dgm:pt modelId="{B866A26C-F7B8-4B9A-9FDB-82EB817270C2}" type="sibTrans" cxnId="{D57005A9-287D-465B-A0DE-3460C68C0717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3532DA57-D5BE-4ABF-880D-51ED60865DD7}">
      <dgm:prSet/>
      <dgm:spPr/>
      <dgm:t>
        <a:bodyPr/>
        <a:lstStyle/>
        <a:p>
          <a:r>
            <a:rPr lang="en-US"/>
            <a:t>• Система автоматически сравнивает объём задач с доступным временем и подсвечивает перегрузку.</a:t>
          </a:r>
        </a:p>
      </dgm:t>
    </dgm:pt>
    <dgm:pt modelId="{9F77A1A1-4AE9-4767-818F-DCAD1AA1F68D}" type="parTrans" cxnId="{64718158-101B-49D8-9FBB-40AE14115608}">
      <dgm:prSet/>
      <dgm:spPr/>
      <dgm:t>
        <a:bodyPr/>
        <a:lstStyle/>
        <a:p>
          <a:endParaRPr lang="en-US"/>
        </a:p>
      </dgm:t>
    </dgm:pt>
    <dgm:pt modelId="{D87F58FE-51FE-472A-A4D8-A2420A9C096A}" type="sibTrans" cxnId="{64718158-101B-49D8-9FBB-40AE14115608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4FE84A94-5187-B34B-881F-8D184A57B1DA}" type="pres">
      <dgm:prSet presAssocID="{251FBCD4-5A8E-451D-8050-C3CD23EE1566}" presName="Name0" presStyleCnt="0">
        <dgm:presLayoutVars>
          <dgm:animLvl val="lvl"/>
          <dgm:resizeHandles val="exact"/>
        </dgm:presLayoutVars>
      </dgm:prSet>
      <dgm:spPr/>
    </dgm:pt>
    <dgm:pt modelId="{FEC98B27-50FD-9A4D-9988-86FE07CDBCAD}" type="pres">
      <dgm:prSet presAssocID="{1E509135-1473-4275-A035-9E657A670886}" presName="compositeNode" presStyleCnt="0">
        <dgm:presLayoutVars>
          <dgm:bulletEnabled val="1"/>
        </dgm:presLayoutVars>
      </dgm:prSet>
      <dgm:spPr/>
    </dgm:pt>
    <dgm:pt modelId="{0ABAD457-3E2A-7F44-9EF1-5D3797DD0522}" type="pres">
      <dgm:prSet presAssocID="{1E509135-1473-4275-A035-9E657A670886}" presName="bgRect" presStyleLbl="bgAccFollowNode1" presStyleIdx="0" presStyleCnt="4"/>
      <dgm:spPr/>
    </dgm:pt>
    <dgm:pt modelId="{B02A4A5A-2DAF-7B4A-8403-89C9D1504F4C}" type="pres">
      <dgm:prSet presAssocID="{0B0D88CB-D373-4228-87FF-6B5137082ED8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F6FE2B13-26C8-4640-80EA-042E05C6A77D}" type="pres">
      <dgm:prSet presAssocID="{1E509135-1473-4275-A035-9E657A670886}" presName="bottomLine" presStyleLbl="alignNode1" presStyleIdx="1" presStyleCnt="8">
        <dgm:presLayoutVars/>
      </dgm:prSet>
      <dgm:spPr/>
    </dgm:pt>
    <dgm:pt modelId="{D657C32B-9432-114F-B9BA-9846A95DEB06}" type="pres">
      <dgm:prSet presAssocID="{1E509135-1473-4275-A035-9E657A670886}" presName="nodeText" presStyleLbl="bgAccFollowNode1" presStyleIdx="0" presStyleCnt="4">
        <dgm:presLayoutVars>
          <dgm:bulletEnabled val="1"/>
        </dgm:presLayoutVars>
      </dgm:prSet>
      <dgm:spPr/>
    </dgm:pt>
    <dgm:pt modelId="{F3DA6564-9191-5445-A8A1-157D26A97C5E}" type="pres">
      <dgm:prSet presAssocID="{0B0D88CB-D373-4228-87FF-6B5137082ED8}" presName="sibTrans" presStyleCnt="0"/>
      <dgm:spPr/>
    </dgm:pt>
    <dgm:pt modelId="{2B900AF9-D1E2-754F-B122-73A40FCF6BE9}" type="pres">
      <dgm:prSet presAssocID="{DAB44A67-8A8A-446B-87CD-D6DDE0CF490A}" presName="compositeNode" presStyleCnt="0">
        <dgm:presLayoutVars>
          <dgm:bulletEnabled val="1"/>
        </dgm:presLayoutVars>
      </dgm:prSet>
      <dgm:spPr/>
    </dgm:pt>
    <dgm:pt modelId="{8DA25066-8222-7D40-B6FA-F9C39A16096B}" type="pres">
      <dgm:prSet presAssocID="{DAB44A67-8A8A-446B-87CD-D6DDE0CF490A}" presName="bgRect" presStyleLbl="bgAccFollowNode1" presStyleIdx="1" presStyleCnt="4"/>
      <dgm:spPr/>
    </dgm:pt>
    <dgm:pt modelId="{9C6627A5-E107-CB48-B7B2-01E8FAECC00D}" type="pres">
      <dgm:prSet presAssocID="{8FD116A7-0A6D-401E-8704-C7EA93A8D804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11BC299C-28F2-8547-A16B-F4B3D3FAE711}" type="pres">
      <dgm:prSet presAssocID="{DAB44A67-8A8A-446B-87CD-D6DDE0CF490A}" presName="bottomLine" presStyleLbl="alignNode1" presStyleIdx="3" presStyleCnt="8">
        <dgm:presLayoutVars/>
      </dgm:prSet>
      <dgm:spPr/>
    </dgm:pt>
    <dgm:pt modelId="{2434DFCE-8B03-404C-936C-985FC0C8B015}" type="pres">
      <dgm:prSet presAssocID="{DAB44A67-8A8A-446B-87CD-D6DDE0CF490A}" presName="nodeText" presStyleLbl="bgAccFollowNode1" presStyleIdx="1" presStyleCnt="4">
        <dgm:presLayoutVars>
          <dgm:bulletEnabled val="1"/>
        </dgm:presLayoutVars>
      </dgm:prSet>
      <dgm:spPr/>
    </dgm:pt>
    <dgm:pt modelId="{30E61059-D6CC-CC4C-BEFB-76824148BC58}" type="pres">
      <dgm:prSet presAssocID="{8FD116A7-0A6D-401E-8704-C7EA93A8D804}" presName="sibTrans" presStyleCnt="0"/>
      <dgm:spPr/>
    </dgm:pt>
    <dgm:pt modelId="{F45638E7-3F5E-1445-BE6C-5D3E1E5DF09E}" type="pres">
      <dgm:prSet presAssocID="{A24266D1-9536-4D88-BE24-FDE9A236676E}" presName="compositeNode" presStyleCnt="0">
        <dgm:presLayoutVars>
          <dgm:bulletEnabled val="1"/>
        </dgm:presLayoutVars>
      </dgm:prSet>
      <dgm:spPr/>
    </dgm:pt>
    <dgm:pt modelId="{D0D53B22-F754-654F-BCB9-28996EBD833C}" type="pres">
      <dgm:prSet presAssocID="{A24266D1-9536-4D88-BE24-FDE9A236676E}" presName="bgRect" presStyleLbl="bgAccFollowNode1" presStyleIdx="2" presStyleCnt="4"/>
      <dgm:spPr/>
    </dgm:pt>
    <dgm:pt modelId="{6D03F70C-C743-3440-A268-342650745CD0}" type="pres">
      <dgm:prSet presAssocID="{B866A26C-F7B8-4B9A-9FDB-82EB817270C2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D19BC5D7-BFDF-9F4F-B6DE-3C429AC36624}" type="pres">
      <dgm:prSet presAssocID="{A24266D1-9536-4D88-BE24-FDE9A236676E}" presName="bottomLine" presStyleLbl="alignNode1" presStyleIdx="5" presStyleCnt="8">
        <dgm:presLayoutVars/>
      </dgm:prSet>
      <dgm:spPr/>
    </dgm:pt>
    <dgm:pt modelId="{8C710226-AEF9-FF4F-9305-2E2C5D8423DD}" type="pres">
      <dgm:prSet presAssocID="{A24266D1-9536-4D88-BE24-FDE9A236676E}" presName="nodeText" presStyleLbl="bgAccFollowNode1" presStyleIdx="2" presStyleCnt="4">
        <dgm:presLayoutVars>
          <dgm:bulletEnabled val="1"/>
        </dgm:presLayoutVars>
      </dgm:prSet>
      <dgm:spPr/>
    </dgm:pt>
    <dgm:pt modelId="{E37A6C43-C9A7-5A49-A43C-636C11091E9D}" type="pres">
      <dgm:prSet presAssocID="{B866A26C-F7B8-4B9A-9FDB-82EB817270C2}" presName="sibTrans" presStyleCnt="0"/>
      <dgm:spPr/>
    </dgm:pt>
    <dgm:pt modelId="{C117339C-F304-C647-93CA-897C09CE3D72}" type="pres">
      <dgm:prSet presAssocID="{3532DA57-D5BE-4ABF-880D-51ED60865DD7}" presName="compositeNode" presStyleCnt="0">
        <dgm:presLayoutVars>
          <dgm:bulletEnabled val="1"/>
        </dgm:presLayoutVars>
      </dgm:prSet>
      <dgm:spPr/>
    </dgm:pt>
    <dgm:pt modelId="{F733084F-C326-8847-BADA-272FF9B01E3F}" type="pres">
      <dgm:prSet presAssocID="{3532DA57-D5BE-4ABF-880D-51ED60865DD7}" presName="bgRect" presStyleLbl="bgAccFollowNode1" presStyleIdx="3" presStyleCnt="4"/>
      <dgm:spPr/>
    </dgm:pt>
    <dgm:pt modelId="{61C7904C-7188-8E41-B260-D27F61362C57}" type="pres">
      <dgm:prSet presAssocID="{D87F58FE-51FE-472A-A4D8-A2420A9C096A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4CC74615-4DC6-1841-ABF5-28161C5775AD}" type="pres">
      <dgm:prSet presAssocID="{3532DA57-D5BE-4ABF-880D-51ED60865DD7}" presName="bottomLine" presStyleLbl="alignNode1" presStyleIdx="7" presStyleCnt="8">
        <dgm:presLayoutVars/>
      </dgm:prSet>
      <dgm:spPr/>
    </dgm:pt>
    <dgm:pt modelId="{4F30F57D-5E56-6840-A24E-BFE462A729D2}" type="pres">
      <dgm:prSet presAssocID="{3532DA57-D5BE-4ABF-880D-51ED60865DD7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6682F324-AEB8-EC45-892B-A36FC8246919}" type="presOf" srcId="{251FBCD4-5A8E-451D-8050-C3CD23EE1566}" destId="{4FE84A94-5187-B34B-881F-8D184A57B1DA}" srcOrd="0" destOrd="0" presId="urn:microsoft.com/office/officeart/2016/7/layout/BasicLinearProcessNumbered"/>
    <dgm:cxn modelId="{22574E3C-2303-1F4C-9400-D0F64EF64385}" type="presOf" srcId="{DAB44A67-8A8A-446B-87CD-D6DDE0CF490A}" destId="{8DA25066-8222-7D40-B6FA-F9C39A16096B}" srcOrd="0" destOrd="0" presId="urn:microsoft.com/office/officeart/2016/7/layout/BasicLinearProcessNumbered"/>
    <dgm:cxn modelId="{0165F744-879E-D44C-A849-CA3979E14280}" type="presOf" srcId="{D87F58FE-51FE-472A-A4D8-A2420A9C096A}" destId="{61C7904C-7188-8E41-B260-D27F61362C57}" srcOrd="0" destOrd="0" presId="urn:microsoft.com/office/officeart/2016/7/layout/BasicLinearProcessNumbered"/>
    <dgm:cxn modelId="{64718158-101B-49D8-9FBB-40AE14115608}" srcId="{251FBCD4-5A8E-451D-8050-C3CD23EE1566}" destId="{3532DA57-D5BE-4ABF-880D-51ED60865DD7}" srcOrd="3" destOrd="0" parTransId="{9F77A1A1-4AE9-4767-818F-DCAD1AA1F68D}" sibTransId="{D87F58FE-51FE-472A-A4D8-A2420A9C096A}"/>
    <dgm:cxn modelId="{4DF95A78-ADF3-A743-80E8-E8487AFE3B9D}" type="presOf" srcId="{3532DA57-D5BE-4ABF-880D-51ED60865DD7}" destId="{F733084F-C326-8847-BADA-272FF9B01E3F}" srcOrd="0" destOrd="0" presId="urn:microsoft.com/office/officeart/2016/7/layout/BasicLinearProcessNumbered"/>
    <dgm:cxn modelId="{4B662B82-93A8-5642-B1F2-EB9D4A565CC2}" type="presOf" srcId="{A24266D1-9536-4D88-BE24-FDE9A236676E}" destId="{D0D53B22-F754-654F-BCB9-28996EBD833C}" srcOrd="0" destOrd="0" presId="urn:microsoft.com/office/officeart/2016/7/layout/BasicLinearProcessNumbered"/>
    <dgm:cxn modelId="{81BAD084-9222-DD42-A716-7FD7D4CB29A9}" type="presOf" srcId="{B866A26C-F7B8-4B9A-9FDB-82EB817270C2}" destId="{6D03F70C-C743-3440-A268-342650745CD0}" srcOrd="0" destOrd="0" presId="urn:microsoft.com/office/officeart/2016/7/layout/BasicLinearProcessNumbered"/>
    <dgm:cxn modelId="{B2820089-51A1-754E-91DA-0078128A52D6}" type="presOf" srcId="{1E509135-1473-4275-A035-9E657A670886}" destId="{D657C32B-9432-114F-B9BA-9846A95DEB06}" srcOrd="1" destOrd="0" presId="urn:microsoft.com/office/officeart/2016/7/layout/BasicLinearProcessNumbered"/>
    <dgm:cxn modelId="{8AFE3992-7FAA-43DC-8278-6614B30CD003}" srcId="{251FBCD4-5A8E-451D-8050-C3CD23EE1566}" destId="{1E509135-1473-4275-A035-9E657A670886}" srcOrd="0" destOrd="0" parTransId="{B9F053CE-59E4-4322-9247-E2C60A00DAE9}" sibTransId="{0B0D88CB-D373-4228-87FF-6B5137082ED8}"/>
    <dgm:cxn modelId="{DE531E93-C39B-47CC-A250-6BEDD72779D0}" srcId="{251FBCD4-5A8E-451D-8050-C3CD23EE1566}" destId="{DAB44A67-8A8A-446B-87CD-D6DDE0CF490A}" srcOrd="1" destOrd="0" parTransId="{24329B8E-6DBF-4F36-856D-5326F8079732}" sibTransId="{8FD116A7-0A6D-401E-8704-C7EA93A8D804}"/>
    <dgm:cxn modelId="{86DEFC9F-CD79-7241-9FC4-8DA23B54B5A7}" type="presOf" srcId="{8FD116A7-0A6D-401E-8704-C7EA93A8D804}" destId="{9C6627A5-E107-CB48-B7B2-01E8FAECC00D}" srcOrd="0" destOrd="0" presId="urn:microsoft.com/office/officeart/2016/7/layout/BasicLinearProcessNumbered"/>
    <dgm:cxn modelId="{D57005A9-287D-465B-A0DE-3460C68C0717}" srcId="{251FBCD4-5A8E-451D-8050-C3CD23EE1566}" destId="{A24266D1-9536-4D88-BE24-FDE9A236676E}" srcOrd="2" destOrd="0" parTransId="{D9024238-9B26-4DEE-871D-5334E18EEEA2}" sibTransId="{B866A26C-F7B8-4B9A-9FDB-82EB817270C2}"/>
    <dgm:cxn modelId="{8E0706AA-F0DB-F640-B681-6A7089F3B4A0}" type="presOf" srcId="{1E509135-1473-4275-A035-9E657A670886}" destId="{0ABAD457-3E2A-7F44-9EF1-5D3797DD0522}" srcOrd="0" destOrd="0" presId="urn:microsoft.com/office/officeart/2016/7/layout/BasicLinearProcessNumbered"/>
    <dgm:cxn modelId="{05744AAB-327E-DB49-AB32-C3152CE2456D}" type="presOf" srcId="{0B0D88CB-D373-4228-87FF-6B5137082ED8}" destId="{B02A4A5A-2DAF-7B4A-8403-89C9D1504F4C}" srcOrd="0" destOrd="0" presId="urn:microsoft.com/office/officeart/2016/7/layout/BasicLinearProcessNumbered"/>
    <dgm:cxn modelId="{286EB9AC-1CCF-F948-B350-655EB3B8F686}" type="presOf" srcId="{3532DA57-D5BE-4ABF-880D-51ED60865DD7}" destId="{4F30F57D-5E56-6840-A24E-BFE462A729D2}" srcOrd="1" destOrd="0" presId="urn:microsoft.com/office/officeart/2016/7/layout/BasicLinearProcessNumbered"/>
    <dgm:cxn modelId="{A123D8BA-5DCA-D943-A482-08D7ED3BF1A3}" type="presOf" srcId="{DAB44A67-8A8A-446B-87CD-D6DDE0CF490A}" destId="{2434DFCE-8B03-404C-936C-985FC0C8B015}" srcOrd="1" destOrd="0" presId="urn:microsoft.com/office/officeart/2016/7/layout/BasicLinearProcessNumbered"/>
    <dgm:cxn modelId="{50D698FB-EC9C-B248-9C66-39F56B6D3B15}" type="presOf" srcId="{A24266D1-9536-4D88-BE24-FDE9A236676E}" destId="{8C710226-AEF9-FF4F-9305-2E2C5D8423DD}" srcOrd="1" destOrd="0" presId="urn:microsoft.com/office/officeart/2016/7/layout/BasicLinearProcessNumbered"/>
    <dgm:cxn modelId="{3CAF4CD2-2857-8449-9DF4-F73F96494F72}" type="presParOf" srcId="{4FE84A94-5187-B34B-881F-8D184A57B1DA}" destId="{FEC98B27-50FD-9A4D-9988-86FE07CDBCAD}" srcOrd="0" destOrd="0" presId="urn:microsoft.com/office/officeart/2016/7/layout/BasicLinearProcessNumbered"/>
    <dgm:cxn modelId="{14E2007C-CBC6-7849-A080-3D83CFFFD569}" type="presParOf" srcId="{FEC98B27-50FD-9A4D-9988-86FE07CDBCAD}" destId="{0ABAD457-3E2A-7F44-9EF1-5D3797DD0522}" srcOrd="0" destOrd="0" presId="urn:microsoft.com/office/officeart/2016/7/layout/BasicLinearProcessNumbered"/>
    <dgm:cxn modelId="{0B672C34-BDA7-E642-B5C2-C10CC114AB0D}" type="presParOf" srcId="{FEC98B27-50FD-9A4D-9988-86FE07CDBCAD}" destId="{B02A4A5A-2DAF-7B4A-8403-89C9D1504F4C}" srcOrd="1" destOrd="0" presId="urn:microsoft.com/office/officeart/2016/7/layout/BasicLinearProcessNumbered"/>
    <dgm:cxn modelId="{ADFBFFD5-2F98-5546-8B50-61A58C88ABA9}" type="presParOf" srcId="{FEC98B27-50FD-9A4D-9988-86FE07CDBCAD}" destId="{F6FE2B13-26C8-4640-80EA-042E05C6A77D}" srcOrd="2" destOrd="0" presId="urn:microsoft.com/office/officeart/2016/7/layout/BasicLinearProcessNumbered"/>
    <dgm:cxn modelId="{67AF14F6-63D2-1F47-982A-B5A6C6D88D4F}" type="presParOf" srcId="{FEC98B27-50FD-9A4D-9988-86FE07CDBCAD}" destId="{D657C32B-9432-114F-B9BA-9846A95DEB06}" srcOrd="3" destOrd="0" presId="urn:microsoft.com/office/officeart/2016/7/layout/BasicLinearProcessNumbered"/>
    <dgm:cxn modelId="{FFCA1499-FD77-D449-9CD3-88401F51CC5A}" type="presParOf" srcId="{4FE84A94-5187-B34B-881F-8D184A57B1DA}" destId="{F3DA6564-9191-5445-A8A1-157D26A97C5E}" srcOrd="1" destOrd="0" presId="urn:microsoft.com/office/officeart/2016/7/layout/BasicLinearProcessNumbered"/>
    <dgm:cxn modelId="{60398D70-DD0E-4645-9758-8BD32071B23D}" type="presParOf" srcId="{4FE84A94-5187-B34B-881F-8D184A57B1DA}" destId="{2B900AF9-D1E2-754F-B122-73A40FCF6BE9}" srcOrd="2" destOrd="0" presId="urn:microsoft.com/office/officeart/2016/7/layout/BasicLinearProcessNumbered"/>
    <dgm:cxn modelId="{FEA7FF0E-1EA2-8247-8F8F-AC925716943D}" type="presParOf" srcId="{2B900AF9-D1E2-754F-B122-73A40FCF6BE9}" destId="{8DA25066-8222-7D40-B6FA-F9C39A16096B}" srcOrd="0" destOrd="0" presId="urn:microsoft.com/office/officeart/2016/7/layout/BasicLinearProcessNumbered"/>
    <dgm:cxn modelId="{894B191A-035A-B64F-AA59-4ECEA37ACBF1}" type="presParOf" srcId="{2B900AF9-D1E2-754F-B122-73A40FCF6BE9}" destId="{9C6627A5-E107-CB48-B7B2-01E8FAECC00D}" srcOrd="1" destOrd="0" presId="urn:microsoft.com/office/officeart/2016/7/layout/BasicLinearProcessNumbered"/>
    <dgm:cxn modelId="{049AB437-4783-0644-A213-461F970628BF}" type="presParOf" srcId="{2B900AF9-D1E2-754F-B122-73A40FCF6BE9}" destId="{11BC299C-28F2-8547-A16B-F4B3D3FAE711}" srcOrd="2" destOrd="0" presId="urn:microsoft.com/office/officeart/2016/7/layout/BasicLinearProcessNumbered"/>
    <dgm:cxn modelId="{0443861F-6E40-D440-B71D-B9A6A9EF1862}" type="presParOf" srcId="{2B900AF9-D1E2-754F-B122-73A40FCF6BE9}" destId="{2434DFCE-8B03-404C-936C-985FC0C8B015}" srcOrd="3" destOrd="0" presId="urn:microsoft.com/office/officeart/2016/7/layout/BasicLinearProcessNumbered"/>
    <dgm:cxn modelId="{A873771D-558F-C143-8C52-7357854CF8B3}" type="presParOf" srcId="{4FE84A94-5187-B34B-881F-8D184A57B1DA}" destId="{30E61059-D6CC-CC4C-BEFB-76824148BC58}" srcOrd="3" destOrd="0" presId="urn:microsoft.com/office/officeart/2016/7/layout/BasicLinearProcessNumbered"/>
    <dgm:cxn modelId="{DE615028-9793-AA48-A207-B1036210E570}" type="presParOf" srcId="{4FE84A94-5187-B34B-881F-8D184A57B1DA}" destId="{F45638E7-3F5E-1445-BE6C-5D3E1E5DF09E}" srcOrd="4" destOrd="0" presId="urn:microsoft.com/office/officeart/2016/7/layout/BasicLinearProcessNumbered"/>
    <dgm:cxn modelId="{94EFFE46-9BAB-F54F-84B2-F19875F31032}" type="presParOf" srcId="{F45638E7-3F5E-1445-BE6C-5D3E1E5DF09E}" destId="{D0D53B22-F754-654F-BCB9-28996EBD833C}" srcOrd="0" destOrd="0" presId="urn:microsoft.com/office/officeart/2016/7/layout/BasicLinearProcessNumbered"/>
    <dgm:cxn modelId="{76DA822F-4891-A246-9F14-2E8D54326400}" type="presParOf" srcId="{F45638E7-3F5E-1445-BE6C-5D3E1E5DF09E}" destId="{6D03F70C-C743-3440-A268-342650745CD0}" srcOrd="1" destOrd="0" presId="urn:microsoft.com/office/officeart/2016/7/layout/BasicLinearProcessNumbered"/>
    <dgm:cxn modelId="{ABE29819-F110-5E48-8282-858B1CBABCD3}" type="presParOf" srcId="{F45638E7-3F5E-1445-BE6C-5D3E1E5DF09E}" destId="{D19BC5D7-BFDF-9F4F-B6DE-3C429AC36624}" srcOrd="2" destOrd="0" presId="urn:microsoft.com/office/officeart/2016/7/layout/BasicLinearProcessNumbered"/>
    <dgm:cxn modelId="{2064622B-1BE1-E345-8998-CD5F44FDA422}" type="presParOf" srcId="{F45638E7-3F5E-1445-BE6C-5D3E1E5DF09E}" destId="{8C710226-AEF9-FF4F-9305-2E2C5D8423DD}" srcOrd="3" destOrd="0" presId="urn:microsoft.com/office/officeart/2016/7/layout/BasicLinearProcessNumbered"/>
    <dgm:cxn modelId="{2DB7D4E8-F6B8-5B41-B2C3-3F420863AE89}" type="presParOf" srcId="{4FE84A94-5187-B34B-881F-8D184A57B1DA}" destId="{E37A6C43-C9A7-5A49-A43C-636C11091E9D}" srcOrd="5" destOrd="0" presId="urn:microsoft.com/office/officeart/2016/7/layout/BasicLinearProcessNumbered"/>
    <dgm:cxn modelId="{AB7DF5F8-E510-CC40-9A13-26E08E1FD392}" type="presParOf" srcId="{4FE84A94-5187-B34B-881F-8D184A57B1DA}" destId="{C117339C-F304-C647-93CA-897C09CE3D72}" srcOrd="6" destOrd="0" presId="urn:microsoft.com/office/officeart/2016/7/layout/BasicLinearProcessNumbered"/>
    <dgm:cxn modelId="{7AA530D9-C01F-8E42-A8CE-8DDB197B7C5C}" type="presParOf" srcId="{C117339C-F304-C647-93CA-897C09CE3D72}" destId="{F733084F-C326-8847-BADA-272FF9B01E3F}" srcOrd="0" destOrd="0" presId="urn:microsoft.com/office/officeart/2016/7/layout/BasicLinearProcessNumbered"/>
    <dgm:cxn modelId="{252CC104-369D-EF47-8C0B-E98D467D08EF}" type="presParOf" srcId="{C117339C-F304-C647-93CA-897C09CE3D72}" destId="{61C7904C-7188-8E41-B260-D27F61362C57}" srcOrd="1" destOrd="0" presId="urn:microsoft.com/office/officeart/2016/7/layout/BasicLinearProcessNumbered"/>
    <dgm:cxn modelId="{702361E0-68AF-4747-B0E2-EA65863212A0}" type="presParOf" srcId="{C117339C-F304-C647-93CA-897C09CE3D72}" destId="{4CC74615-4DC6-1841-ABF5-28161C5775AD}" srcOrd="2" destOrd="0" presId="urn:microsoft.com/office/officeart/2016/7/layout/BasicLinearProcessNumbered"/>
    <dgm:cxn modelId="{93002C5E-EA5C-EC4C-A2DC-E6090F79F7EC}" type="presParOf" srcId="{C117339C-F304-C647-93CA-897C09CE3D72}" destId="{4F30F57D-5E56-6840-A24E-BFE462A729D2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446B239-C8CB-4E29-8F7D-39400CA98B6D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7060F1C-BCAA-4D3B-BDF8-BB1A69DAADCE}">
      <dgm:prSet/>
      <dgm:spPr/>
      <dgm:t>
        <a:bodyPr/>
        <a:lstStyle/>
        <a:p>
          <a:r>
            <a:rPr lang="ru-RU" dirty="0"/>
            <a:t>Небольшие </a:t>
          </a:r>
          <a:r>
            <a:rPr lang="en" dirty="0"/>
            <a:t>IT-</a:t>
          </a:r>
          <a:r>
            <a:rPr lang="ru-RU" dirty="0"/>
            <a:t>команды и стартапы численностью до 20 человек, в которых сотрудники работают по гибкому или неполному графику.</a:t>
          </a:r>
          <a:endParaRPr lang="en-US" dirty="0"/>
        </a:p>
      </dgm:t>
    </dgm:pt>
    <dgm:pt modelId="{9DECCED7-C671-4860-B8E5-5A367218289F}" type="parTrans" cxnId="{31F48647-D67A-41CF-B19C-10DF6C82BAC0}">
      <dgm:prSet/>
      <dgm:spPr/>
      <dgm:t>
        <a:bodyPr/>
        <a:lstStyle/>
        <a:p>
          <a:endParaRPr lang="en-US"/>
        </a:p>
      </dgm:t>
    </dgm:pt>
    <dgm:pt modelId="{A027A85B-96C6-43BB-9BA6-B93D2B03BBB5}" type="sibTrans" cxnId="{31F48647-D67A-41CF-B19C-10DF6C82BAC0}">
      <dgm:prSet/>
      <dgm:spPr/>
      <dgm:t>
        <a:bodyPr/>
        <a:lstStyle/>
        <a:p>
          <a:endParaRPr lang="en-US"/>
        </a:p>
      </dgm:t>
    </dgm:pt>
    <dgm:pt modelId="{B8C95742-FEB5-204F-8EEF-4C4FD13EA930}" type="pres">
      <dgm:prSet presAssocID="{C446B239-C8CB-4E29-8F7D-39400CA98B6D}" presName="linear" presStyleCnt="0">
        <dgm:presLayoutVars>
          <dgm:animLvl val="lvl"/>
          <dgm:resizeHandles val="exact"/>
        </dgm:presLayoutVars>
      </dgm:prSet>
      <dgm:spPr/>
    </dgm:pt>
    <dgm:pt modelId="{C143392C-3BD0-CE47-BC20-C4F99E4507D3}" type="pres">
      <dgm:prSet presAssocID="{C7060F1C-BCAA-4D3B-BDF8-BB1A69DAADCE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31F48647-D67A-41CF-B19C-10DF6C82BAC0}" srcId="{C446B239-C8CB-4E29-8F7D-39400CA98B6D}" destId="{C7060F1C-BCAA-4D3B-BDF8-BB1A69DAADCE}" srcOrd="0" destOrd="0" parTransId="{9DECCED7-C671-4860-B8E5-5A367218289F}" sibTransId="{A027A85B-96C6-43BB-9BA6-B93D2B03BBB5}"/>
    <dgm:cxn modelId="{15B35A81-4FC5-E942-A409-C02C2DA85D9E}" type="presOf" srcId="{C7060F1C-BCAA-4D3B-BDF8-BB1A69DAADCE}" destId="{C143392C-3BD0-CE47-BC20-C4F99E4507D3}" srcOrd="0" destOrd="0" presId="urn:microsoft.com/office/officeart/2005/8/layout/vList2"/>
    <dgm:cxn modelId="{43C1D8A4-54A8-134E-A2EB-ADDEC789FFDB}" type="presOf" srcId="{C446B239-C8CB-4E29-8F7D-39400CA98B6D}" destId="{B8C95742-FEB5-204F-8EEF-4C4FD13EA930}" srcOrd="0" destOrd="0" presId="urn:microsoft.com/office/officeart/2005/8/layout/vList2"/>
    <dgm:cxn modelId="{E605E638-D7E0-3443-87D4-C339392ABF2E}" type="presParOf" srcId="{B8C95742-FEB5-204F-8EEF-4C4FD13EA930}" destId="{C143392C-3BD0-CE47-BC20-C4F99E4507D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3482587-29C0-4F2C-BB4E-D7DDD3228388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4234F4D-D3D9-4244-8360-776C80E65A3E}">
      <dgm:prSet/>
      <dgm:spPr/>
      <dgm:t>
        <a:bodyPr/>
        <a:lstStyle/>
        <a:p>
          <a:r>
            <a:rPr lang="en-US" dirty="0"/>
            <a:t>• 1.</a:t>
          </a:r>
          <a:r>
            <a:rPr lang="ru-RU" dirty="0"/>
            <a:t> Нуруллин Эльмир Рафисович</a:t>
          </a:r>
          <a:endParaRPr lang="en-US" dirty="0"/>
        </a:p>
      </dgm:t>
    </dgm:pt>
    <dgm:pt modelId="{DAF65517-E8D7-464A-A137-E50EA428C3D6}" type="parTrans" cxnId="{35401302-3853-450E-904B-993DF3A6A288}">
      <dgm:prSet/>
      <dgm:spPr/>
      <dgm:t>
        <a:bodyPr/>
        <a:lstStyle/>
        <a:p>
          <a:endParaRPr lang="en-US"/>
        </a:p>
      </dgm:t>
    </dgm:pt>
    <dgm:pt modelId="{B7E212E5-CEED-4CD9-8D81-911A061E152F}" type="sibTrans" cxnId="{35401302-3853-450E-904B-993DF3A6A288}">
      <dgm:prSet/>
      <dgm:spPr/>
      <dgm:t>
        <a:bodyPr/>
        <a:lstStyle/>
        <a:p>
          <a:endParaRPr lang="en-US"/>
        </a:p>
      </dgm:t>
    </dgm:pt>
    <dgm:pt modelId="{89C0D400-9A44-4359-A8CA-725FDC48AA60}">
      <dgm:prSet/>
      <dgm:spPr/>
      <dgm:t>
        <a:bodyPr/>
        <a:lstStyle/>
        <a:p>
          <a:r>
            <a:rPr lang="en-US"/>
            <a:t>Backend, Frontend</a:t>
          </a:r>
        </a:p>
      </dgm:t>
    </dgm:pt>
    <dgm:pt modelId="{EB35D52F-2695-4985-BABD-1C0215719119}" type="parTrans" cxnId="{528C082F-8942-4EA8-A0A6-58CEEB8E83C2}">
      <dgm:prSet/>
      <dgm:spPr/>
      <dgm:t>
        <a:bodyPr/>
        <a:lstStyle/>
        <a:p>
          <a:endParaRPr lang="en-US"/>
        </a:p>
      </dgm:t>
    </dgm:pt>
    <dgm:pt modelId="{6CEFE8F6-0FF0-4A80-A6F4-D6799521E809}" type="sibTrans" cxnId="{528C082F-8942-4EA8-A0A6-58CEEB8E83C2}">
      <dgm:prSet/>
      <dgm:spPr/>
      <dgm:t>
        <a:bodyPr/>
        <a:lstStyle/>
        <a:p>
          <a:endParaRPr lang="en-US"/>
        </a:p>
      </dgm:t>
    </dgm:pt>
    <dgm:pt modelId="{8A71DD0B-D37A-407E-B277-3C5660E54F16}">
      <dgm:prSet/>
      <dgm:spPr/>
      <dgm:t>
        <a:bodyPr/>
        <a:lstStyle/>
        <a:p>
          <a:r>
            <a:rPr lang="en-US"/>
            <a:t>• 2. </a:t>
          </a:r>
          <a:r>
            <a:rPr lang="ru-RU"/>
            <a:t>Душкин Владимир Андреевич</a:t>
          </a:r>
          <a:endParaRPr lang="en-US"/>
        </a:p>
      </dgm:t>
    </dgm:pt>
    <dgm:pt modelId="{AAF357C3-5C69-45BA-A35A-143563E5EC25}" type="parTrans" cxnId="{BE54CE4D-7656-49AD-8E97-B98240886074}">
      <dgm:prSet/>
      <dgm:spPr/>
      <dgm:t>
        <a:bodyPr/>
        <a:lstStyle/>
        <a:p>
          <a:endParaRPr lang="en-US"/>
        </a:p>
      </dgm:t>
    </dgm:pt>
    <dgm:pt modelId="{7950FC19-FC4F-46FD-93EF-456E22B0432B}" type="sibTrans" cxnId="{BE54CE4D-7656-49AD-8E97-B98240886074}">
      <dgm:prSet/>
      <dgm:spPr/>
      <dgm:t>
        <a:bodyPr/>
        <a:lstStyle/>
        <a:p>
          <a:endParaRPr lang="en-US"/>
        </a:p>
      </dgm:t>
    </dgm:pt>
    <dgm:pt modelId="{8A97D3CC-8353-4A06-80E2-9834AAF48244}">
      <dgm:prSet/>
      <dgm:spPr/>
      <dgm:t>
        <a:bodyPr/>
        <a:lstStyle/>
        <a:p>
          <a:r>
            <a:rPr lang="en-US"/>
            <a:t>Frontend, QA</a:t>
          </a:r>
        </a:p>
      </dgm:t>
    </dgm:pt>
    <dgm:pt modelId="{FB2FF1D8-9B47-49A6-95BA-89FA9B395367}" type="parTrans" cxnId="{5100B05A-859D-4BEF-ACE0-0916FB0F1F40}">
      <dgm:prSet/>
      <dgm:spPr/>
      <dgm:t>
        <a:bodyPr/>
        <a:lstStyle/>
        <a:p>
          <a:endParaRPr lang="en-US"/>
        </a:p>
      </dgm:t>
    </dgm:pt>
    <dgm:pt modelId="{C392861A-AE76-4828-BB98-DF0DE5CF05A4}" type="sibTrans" cxnId="{5100B05A-859D-4BEF-ACE0-0916FB0F1F40}">
      <dgm:prSet/>
      <dgm:spPr/>
      <dgm:t>
        <a:bodyPr/>
        <a:lstStyle/>
        <a:p>
          <a:endParaRPr lang="en-US"/>
        </a:p>
      </dgm:t>
    </dgm:pt>
    <dgm:pt modelId="{13E4B716-8D54-2548-845B-182C8142F925}" type="pres">
      <dgm:prSet presAssocID="{63482587-29C0-4F2C-BB4E-D7DDD3228388}" presName="linear" presStyleCnt="0">
        <dgm:presLayoutVars>
          <dgm:dir/>
          <dgm:animLvl val="lvl"/>
          <dgm:resizeHandles val="exact"/>
        </dgm:presLayoutVars>
      </dgm:prSet>
      <dgm:spPr/>
    </dgm:pt>
    <dgm:pt modelId="{E4094768-48C6-0940-91A6-E36DAD2FA7D5}" type="pres">
      <dgm:prSet presAssocID="{24234F4D-D3D9-4244-8360-776C80E65A3E}" presName="parentLin" presStyleCnt="0"/>
      <dgm:spPr/>
    </dgm:pt>
    <dgm:pt modelId="{D546C657-27B9-A942-B028-DC69EDD861BD}" type="pres">
      <dgm:prSet presAssocID="{24234F4D-D3D9-4244-8360-776C80E65A3E}" presName="parentLeftMargin" presStyleLbl="node1" presStyleIdx="0" presStyleCnt="4"/>
      <dgm:spPr/>
    </dgm:pt>
    <dgm:pt modelId="{28B20C28-C577-A342-A8E4-39D685ABF714}" type="pres">
      <dgm:prSet presAssocID="{24234F4D-D3D9-4244-8360-776C80E65A3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CE98131-F61E-E54E-B113-2CD384A68632}" type="pres">
      <dgm:prSet presAssocID="{24234F4D-D3D9-4244-8360-776C80E65A3E}" presName="negativeSpace" presStyleCnt="0"/>
      <dgm:spPr/>
    </dgm:pt>
    <dgm:pt modelId="{082227D6-1829-C648-94D2-A583977CBF7F}" type="pres">
      <dgm:prSet presAssocID="{24234F4D-D3D9-4244-8360-776C80E65A3E}" presName="childText" presStyleLbl="conFgAcc1" presStyleIdx="0" presStyleCnt="4">
        <dgm:presLayoutVars>
          <dgm:bulletEnabled val="1"/>
        </dgm:presLayoutVars>
      </dgm:prSet>
      <dgm:spPr/>
    </dgm:pt>
    <dgm:pt modelId="{374DFCD5-980C-5046-A5E2-897938C3BB8E}" type="pres">
      <dgm:prSet presAssocID="{B7E212E5-CEED-4CD9-8D81-911A061E152F}" presName="spaceBetweenRectangles" presStyleCnt="0"/>
      <dgm:spPr/>
    </dgm:pt>
    <dgm:pt modelId="{F51DC195-2A79-DD4C-8338-46D5A92EB31F}" type="pres">
      <dgm:prSet presAssocID="{89C0D400-9A44-4359-A8CA-725FDC48AA60}" presName="parentLin" presStyleCnt="0"/>
      <dgm:spPr/>
    </dgm:pt>
    <dgm:pt modelId="{DD46E28C-3F75-744E-B5EA-DFB0917F1DD0}" type="pres">
      <dgm:prSet presAssocID="{89C0D400-9A44-4359-A8CA-725FDC48AA60}" presName="parentLeftMargin" presStyleLbl="node1" presStyleIdx="0" presStyleCnt="4"/>
      <dgm:spPr/>
    </dgm:pt>
    <dgm:pt modelId="{421F74B3-1E76-3741-B88E-AC4C00886E49}" type="pres">
      <dgm:prSet presAssocID="{89C0D400-9A44-4359-A8CA-725FDC48AA6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C02D3F0-75AD-6741-82DB-9A78CFB6F4D6}" type="pres">
      <dgm:prSet presAssocID="{89C0D400-9A44-4359-A8CA-725FDC48AA60}" presName="negativeSpace" presStyleCnt="0"/>
      <dgm:spPr/>
    </dgm:pt>
    <dgm:pt modelId="{90EB87AD-4C46-EC43-B1A9-3946E1CD7B93}" type="pres">
      <dgm:prSet presAssocID="{89C0D400-9A44-4359-A8CA-725FDC48AA60}" presName="childText" presStyleLbl="conFgAcc1" presStyleIdx="1" presStyleCnt="4">
        <dgm:presLayoutVars>
          <dgm:bulletEnabled val="1"/>
        </dgm:presLayoutVars>
      </dgm:prSet>
      <dgm:spPr/>
    </dgm:pt>
    <dgm:pt modelId="{FED4B13C-475F-C14F-B8CA-B57644643619}" type="pres">
      <dgm:prSet presAssocID="{6CEFE8F6-0FF0-4A80-A6F4-D6799521E809}" presName="spaceBetweenRectangles" presStyleCnt="0"/>
      <dgm:spPr/>
    </dgm:pt>
    <dgm:pt modelId="{92262274-210C-9C43-B295-8E4436B708EB}" type="pres">
      <dgm:prSet presAssocID="{8A71DD0B-D37A-407E-B277-3C5660E54F16}" presName="parentLin" presStyleCnt="0"/>
      <dgm:spPr/>
    </dgm:pt>
    <dgm:pt modelId="{DB3CB82C-07B9-0846-81B4-5CDCCF460EEF}" type="pres">
      <dgm:prSet presAssocID="{8A71DD0B-D37A-407E-B277-3C5660E54F16}" presName="parentLeftMargin" presStyleLbl="node1" presStyleIdx="1" presStyleCnt="4"/>
      <dgm:spPr/>
    </dgm:pt>
    <dgm:pt modelId="{B12EAA1D-30F0-6449-8413-9A28AF1008A7}" type="pres">
      <dgm:prSet presAssocID="{8A71DD0B-D37A-407E-B277-3C5660E54F1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EC182A5-7E0E-3E48-8129-439C229C1883}" type="pres">
      <dgm:prSet presAssocID="{8A71DD0B-D37A-407E-B277-3C5660E54F16}" presName="negativeSpace" presStyleCnt="0"/>
      <dgm:spPr/>
    </dgm:pt>
    <dgm:pt modelId="{53F433B7-92B2-FB4B-AEB3-B362355E2DBE}" type="pres">
      <dgm:prSet presAssocID="{8A71DD0B-D37A-407E-B277-3C5660E54F16}" presName="childText" presStyleLbl="conFgAcc1" presStyleIdx="2" presStyleCnt="4">
        <dgm:presLayoutVars>
          <dgm:bulletEnabled val="1"/>
        </dgm:presLayoutVars>
      </dgm:prSet>
      <dgm:spPr/>
    </dgm:pt>
    <dgm:pt modelId="{DC18A240-95D9-424A-ABB6-95F353C2A38A}" type="pres">
      <dgm:prSet presAssocID="{7950FC19-FC4F-46FD-93EF-456E22B0432B}" presName="spaceBetweenRectangles" presStyleCnt="0"/>
      <dgm:spPr/>
    </dgm:pt>
    <dgm:pt modelId="{57F2D765-E6D7-F344-A3B3-333D2D11253B}" type="pres">
      <dgm:prSet presAssocID="{8A97D3CC-8353-4A06-80E2-9834AAF48244}" presName="parentLin" presStyleCnt="0"/>
      <dgm:spPr/>
    </dgm:pt>
    <dgm:pt modelId="{A3E061A7-D2C7-5E49-8B8C-042959FDE3F1}" type="pres">
      <dgm:prSet presAssocID="{8A97D3CC-8353-4A06-80E2-9834AAF48244}" presName="parentLeftMargin" presStyleLbl="node1" presStyleIdx="2" presStyleCnt="4"/>
      <dgm:spPr/>
    </dgm:pt>
    <dgm:pt modelId="{C11770F1-C13F-8F41-9974-BC5B5AEC9FCC}" type="pres">
      <dgm:prSet presAssocID="{8A97D3CC-8353-4A06-80E2-9834AAF48244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5674E048-709B-CF4C-BCA6-A87725106C5C}" type="pres">
      <dgm:prSet presAssocID="{8A97D3CC-8353-4A06-80E2-9834AAF48244}" presName="negativeSpace" presStyleCnt="0"/>
      <dgm:spPr/>
    </dgm:pt>
    <dgm:pt modelId="{9C5B2C5B-6A60-CD45-B4F0-82C46846E412}" type="pres">
      <dgm:prSet presAssocID="{8A97D3CC-8353-4A06-80E2-9834AAF48244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35401302-3853-450E-904B-993DF3A6A288}" srcId="{63482587-29C0-4F2C-BB4E-D7DDD3228388}" destId="{24234F4D-D3D9-4244-8360-776C80E65A3E}" srcOrd="0" destOrd="0" parTransId="{DAF65517-E8D7-464A-A137-E50EA428C3D6}" sibTransId="{B7E212E5-CEED-4CD9-8D81-911A061E152F}"/>
    <dgm:cxn modelId="{29304905-596D-9244-8A35-1FADF43C42AD}" type="presOf" srcId="{8A97D3CC-8353-4A06-80E2-9834AAF48244}" destId="{A3E061A7-D2C7-5E49-8B8C-042959FDE3F1}" srcOrd="0" destOrd="0" presId="urn:microsoft.com/office/officeart/2005/8/layout/list1"/>
    <dgm:cxn modelId="{AEDE1B0A-E814-154F-A577-9A2D29285387}" type="presOf" srcId="{89C0D400-9A44-4359-A8CA-725FDC48AA60}" destId="{421F74B3-1E76-3741-B88E-AC4C00886E49}" srcOrd="1" destOrd="0" presId="urn:microsoft.com/office/officeart/2005/8/layout/list1"/>
    <dgm:cxn modelId="{528C082F-8942-4EA8-A0A6-58CEEB8E83C2}" srcId="{63482587-29C0-4F2C-BB4E-D7DDD3228388}" destId="{89C0D400-9A44-4359-A8CA-725FDC48AA60}" srcOrd="1" destOrd="0" parTransId="{EB35D52F-2695-4985-BABD-1C0215719119}" sibTransId="{6CEFE8F6-0FF0-4A80-A6F4-D6799521E809}"/>
    <dgm:cxn modelId="{BE54CE4D-7656-49AD-8E97-B98240886074}" srcId="{63482587-29C0-4F2C-BB4E-D7DDD3228388}" destId="{8A71DD0B-D37A-407E-B277-3C5660E54F16}" srcOrd="2" destOrd="0" parTransId="{AAF357C3-5C69-45BA-A35A-143563E5EC25}" sibTransId="{7950FC19-FC4F-46FD-93EF-456E22B0432B}"/>
    <dgm:cxn modelId="{EA44634F-794F-B448-BE4C-8ED3BB422422}" type="presOf" srcId="{8A71DD0B-D37A-407E-B277-3C5660E54F16}" destId="{DB3CB82C-07B9-0846-81B4-5CDCCF460EEF}" srcOrd="0" destOrd="0" presId="urn:microsoft.com/office/officeart/2005/8/layout/list1"/>
    <dgm:cxn modelId="{04E11051-BC1F-384E-B340-64425C1EA4EE}" type="presOf" srcId="{63482587-29C0-4F2C-BB4E-D7DDD3228388}" destId="{13E4B716-8D54-2548-845B-182C8142F925}" srcOrd="0" destOrd="0" presId="urn:microsoft.com/office/officeart/2005/8/layout/list1"/>
    <dgm:cxn modelId="{31109854-B168-C747-A351-10C90EC28154}" type="presOf" srcId="{8A71DD0B-D37A-407E-B277-3C5660E54F16}" destId="{B12EAA1D-30F0-6449-8413-9A28AF1008A7}" srcOrd="1" destOrd="0" presId="urn:microsoft.com/office/officeart/2005/8/layout/list1"/>
    <dgm:cxn modelId="{5100B05A-859D-4BEF-ACE0-0916FB0F1F40}" srcId="{63482587-29C0-4F2C-BB4E-D7DDD3228388}" destId="{8A97D3CC-8353-4A06-80E2-9834AAF48244}" srcOrd="3" destOrd="0" parTransId="{FB2FF1D8-9B47-49A6-95BA-89FA9B395367}" sibTransId="{C392861A-AE76-4828-BB98-DF0DE5CF05A4}"/>
    <dgm:cxn modelId="{70B12E96-CCDF-4148-A8A0-C6705B6B44D7}" type="presOf" srcId="{24234F4D-D3D9-4244-8360-776C80E65A3E}" destId="{D546C657-27B9-A942-B028-DC69EDD861BD}" srcOrd="0" destOrd="0" presId="urn:microsoft.com/office/officeart/2005/8/layout/list1"/>
    <dgm:cxn modelId="{E56991BE-7102-A14C-884B-5E15EE1A53E7}" type="presOf" srcId="{8A97D3CC-8353-4A06-80E2-9834AAF48244}" destId="{C11770F1-C13F-8F41-9974-BC5B5AEC9FCC}" srcOrd="1" destOrd="0" presId="urn:microsoft.com/office/officeart/2005/8/layout/list1"/>
    <dgm:cxn modelId="{D28368C2-464B-F14B-8BD9-1380A9C19D68}" type="presOf" srcId="{24234F4D-D3D9-4244-8360-776C80E65A3E}" destId="{28B20C28-C577-A342-A8E4-39D685ABF714}" srcOrd="1" destOrd="0" presId="urn:microsoft.com/office/officeart/2005/8/layout/list1"/>
    <dgm:cxn modelId="{91A2E9C3-3010-1F4F-8BDC-300A0FE338A9}" type="presOf" srcId="{89C0D400-9A44-4359-A8CA-725FDC48AA60}" destId="{DD46E28C-3F75-744E-B5EA-DFB0917F1DD0}" srcOrd="0" destOrd="0" presId="urn:microsoft.com/office/officeart/2005/8/layout/list1"/>
    <dgm:cxn modelId="{73549309-D5A4-2147-9DEE-02F36C72A927}" type="presParOf" srcId="{13E4B716-8D54-2548-845B-182C8142F925}" destId="{E4094768-48C6-0940-91A6-E36DAD2FA7D5}" srcOrd="0" destOrd="0" presId="urn:microsoft.com/office/officeart/2005/8/layout/list1"/>
    <dgm:cxn modelId="{7926EB22-F4A4-0540-8656-153DC347EDD1}" type="presParOf" srcId="{E4094768-48C6-0940-91A6-E36DAD2FA7D5}" destId="{D546C657-27B9-A942-B028-DC69EDD861BD}" srcOrd="0" destOrd="0" presId="urn:microsoft.com/office/officeart/2005/8/layout/list1"/>
    <dgm:cxn modelId="{539A63B0-2499-8D45-85FC-9D62499D7683}" type="presParOf" srcId="{E4094768-48C6-0940-91A6-E36DAD2FA7D5}" destId="{28B20C28-C577-A342-A8E4-39D685ABF714}" srcOrd="1" destOrd="0" presId="urn:microsoft.com/office/officeart/2005/8/layout/list1"/>
    <dgm:cxn modelId="{C2108A54-CED6-6E42-B669-A97E1242F71D}" type="presParOf" srcId="{13E4B716-8D54-2548-845B-182C8142F925}" destId="{8CE98131-F61E-E54E-B113-2CD384A68632}" srcOrd="1" destOrd="0" presId="urn:microsoft.com/office/officeart/2005/8/layout/list1"/>
    <dgm:cxn modelId="{DD9FCF5F-0966-E84F-8AF9-82CB0E4AEFEB}" type="presParOf" srcId="{13E4B716-8D54-2548-845B-182C8142F925}" destId="{082227D6-1829-C648-94D2-A583977CBF7F}" srcOrd="2" destOrd="0" presId="urn:microsoft.com/office/officeart/2005/8/layout/list1"/>
    <dgm:cxn modelId="{6EE17C6A-5D89-9E41-91FA-0FFD8DEB2C45}" type="presParOf" srcId="{13E4B716-8D54-2548-845B-182C8142F925}" destId="{374DFCD5-980C-5046-A5E2-897938C3BB8E}" srcOrd="3" destOrd="0" presId="urn:microsoft.com/office/officeart/2005/8/layout/list1"/>
    <dgm:cxn modelId="{30BF8BB5-9E9E-EE42-BD1D-26BC0793091D}" type="presParOf" srcId="{13E4B716-8D54-2548-845B-182C8142F925}" destId="{F51DC195-2A79-DD4C-8338-46D5A92EB31F}" srcOrd="4" destOrd="0" presId="urn:microsoft.com/office/officeart/2005/8/layout/list1"/>
    <dgm:cxn modelId="{225FD434-9B7E-124A-9886-4AD45423636F}" type="presParOf" srcId="{F51DC195-2A79-DD4C-8338-46D5A92EB31F}" destId="{DD46E28C-3F75-744E-B5EA-DFB0917F1DD0}" srcOrd="0" destOrd="0" presId="urn:microsoft.com/office/officeart/2005/8/layout/list1"/>
    <dgm:cxn modelId="{997428A5-708D-544B-AA4E-792B1082E254}" type="presParOf" srcId="{F51DC195-2A79-DD4C-8338-46D5A92EB31F}" destId="{421F74B3-1E76-3741-B88E-AC4C00886E49}" srcOrd="1" destOrd="0" presId="urn:microsoft.com/office/officeart/2005/8/layout/list1"/>
    <dgm:cxn modelId="{725A96C5-43FF-2D4F-96D1-EE38D84942AB}" type="presParOf" srcId="{13E4B716-8D54-2548-845B-182C8142F925}" destId="{0C02D3F0-75AD-6741-82DB-9A78CFB6F4D6}" srcOrd="5" destOrd="0" presId="urn:microsoft.com/office/officeart/2005/8/layout/list1"/>
    <dgm:cxn modelId="{399F254F-ACF7-1043-9C7E-1379EB42C742}" type="presParOf" srcId="{13E4B716-8D54-2548-845B-182C8142F925}" destId="{90EB87AD-4C46-EC43-B1A9-3946E1CD7B93}" srcOrd="6" destOrd="0" presId="urn:microsoft.com/office/officeart/2005/8/layout/list1"/>
    <dgm:cxn modelId="{D1E802F1-36C5-0847-9F8E-BA1CC2B73A06}" type="presParOf" srcId="{13E4B716-8D54-2548-845B-182C8142F925}" destId="{FED4B13C-475F-C14F-B8CA-B57644643619}" srcOrd="7" destOrd="0" presId="urn:microsoft.com/office/officeart/2005/8/layout/list1"/>
    <dgm:cxn modelId="{EFD13DF9-34A6-B648-A0DA-3A7CFDE3A2E4}" type="presParOf" srcId="{13E4B716-8D54-2548-845B-182C8142F925}" destId="{92262274-210C-9C43-B295-8E4436B708EB}" srcOrd="8" destOrd="0" presId="urn:microsoft.com/office/officeart/2005/8/layout/list1"/>
    <dgm:cxn modelId="{79CC4401-B6EE-0246-B93F-204444611050}" type="presParOf" srcId="{92262274-210C-9C43-B295-8E4436B708EB}" destId="{DB3CB82C-07B9-0846-81B4-5CDCCF460EEF}" srcOrd="0" destOrd="0" presId="urn:microsoft.com/office/officeart/2005/8/layout/list1"/>
    <dgm:cxn modelId="{F36DB733-2822-D24A-928A-B360698FBB0D}" type="presParOf" srcId="{92262274-210C-9C43-B295-8E4436B708EB}" destId="{B12EAA1D-30F0-6449-8413-9A28AF1008A7}" srcOrd="1" destOrd="0" presId="urn:microsoft.com/office/officeart/2005/8/layout/list1"/>
    <dgm:cxn modelId="{7209DEFD-7EDD-8D4F-9F38-63F89F27155F}" type="presParOf" srcId="{13E4B716-8D54-2548-845B-182C8142F925}" destId="{6EC182A5-7E0E-3E48-8129-439C229C1883}" srcOrd="9" destOrd="0" presId="urn:microsoft.com/office/officeart/2005/8/layout/list1"/>
    <dgm:cxn modelId="{3C6C6562-7935-0C46-BCD5-8931A944C033}" type="presParOf" srcId="{13E4B716-8D54-2548-845B-182C8142F925}" destId="{53F433B7-92B2-FB4B-AEB3-B362355E2DBE}" srcOrd="10" destOrd="0" presId="urn:microsoft.com/office/officeart/2005/8/layout/list1"/>
    <dgm:cxn modelId="{FA8242DE-A8B6-C446-AF9C-E10790DCE744}" type="presParOf" srcId="{13E4B716-8D54-2548-845B-182C8142F925}" destId="{DC18A240-95D9-424A-ABB6-95F353C2A38A}" srcOrd="11" destOrd="0" presId="urn:microsoft.com/office/officeart/2005/8/layout/list1"/>
    <dgm:cxn modelId="{08662735-A130-9946-84E0-DBB493A8E89B}" type="presParOf" srcId="{13E4B716-8D54-2548-845B-182C8142F925}" destId="{57F2D765-E6D7-F344-A3B3-333D2D11253B}" srcOrd="12" destOrd="0" presId="urn:microsoft.com/office/officeart/2005/8/layout/list1"/>
    <dgm:cxn modelId="{22CC31B0-8676-3841-8024-FFB681D58AAA}" type="presParOf" srcId="{57F2D765-E6D7-F344-A3B3-333D2D11253B}" destId="{A3E061A7-D2C7-5E49-8B8C-042959FDE3F1}" srcOrd="0" destOrd="0" presId="urn:microsoft.com/office/officeart/2005/8/layout/list1"/>
    <dgm:cxn modelId="{C9293B21-A972-C54B-AE12-C723D00366CA}" type="presParOf" srcId="{57F2D765-E6D7-F344-A3B3-333D2D11253B}" destId="{C11770F1-C13F-8F41-9974-BC5B5AEC9FCC}" srcOrd="1" destOrd="0" presId="urn:microsoft.com/office/officeart/2005/8/layout/list1"/>
    <dgm:cxn modelId="{37221885-F588-8D48-A1F5-39AD9E707FC5}" type="presParOf" srcId="{13E4B716-8D54-2548-845B-182C8142F925}" destId="{5674E048-709B-CF4C-BCA6-A87725106C5C}" srcOrd="13" destOrd="0" presId="urn:microsoft.com/office/officeart/2005/8/layout/list1"/>
    <dgm:cxn modelId="{01485D29-36B5-804C-B868-82A7776DFB1F}" type="presParOf" srcId="{13E4B716-8D54-2548-845B-182C8142F925}" destId="{9C5B2C5B-6A60-CD45-B4F0-82C46846E412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CA6039-BF0B-4022-9556-258C857506C9}">
      <dsp:nvSpPr>
        <dsp:cNvPr id="0" name=""/>
        <dsp:cNvSpPr/>
      </dsp:nvSpPr>
      <dsp:spPr>
        <a:xfrm>
          <a:off x="0" y="1945"/>
          <a:ext cx="5906327" cy="985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C96CB7-BE7E-44A4-9280-B80F02691DC0}">
      <dsp:nvSpPr>
        <dsp:cNvPr id="0" name=""/>
        <dsp:cNvSpPr/>
      </dsp:nvSpPr>
      <dsp:spPr>
        <a:xfrm>
          <a:off x="298217" y="223759"/>
          <a:ext cx="542213" cy="5422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C2B58C-15C5-4F60-8EC9-5C97DA5568F4}">
      <dsp:nvSpPr>
        <dsp:cNvPr id="0" name=""/>
        <dsp:cNvSpPr/>
      </dsp:nvSpPr>
      <dsp:spPr>
        <a:xfrm>
          <a:off x="1138648" y="1945"/>
          <a:ext cx="4767679" cy="985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335" tIns="104335" rIns="104335" bIns="10433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При планировании работы сложно сопоставить задачи с реальным количеством доступного времени.</a:t>
          </a:r>
        </a:p>
      </dsp:txBody>
      <dsp:txXfrm>
        <a:off x="1138648" y="1945"/>
        <a:ext cx="4767679" cy="985843"/>
      </dsp:txXfrm>
    </dsp:sp>
    <dsp:sp modelId="{2405ABE1-B694-4ADE-B152-989106B91E75}">
      <dsp:nvSpPr>
        <dsp:cNvPr id="0" name=""/>
        <dsp:cNvSpPr/>
      </dsp:nvSpPr>
      <dsp:spPr>
        <a:xfrm>
          <a:off x="0" y="1234249"/>
          <a:ext cx="5906327" cy="985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EA927C-FE9C-4EB2-AE5F-25A01BEB9B85}">
      <dsp:nvSpPr>
        <dsp:cNvPr id="0" name=""/>
        <dsp:cNvSpPr/>
      </dsp:nvSpPr>
      <dsp:spPr>
        <a:xfrm>
          <a:off x="298217" y="1456063"/>
          <a:ext cx="542213" cy="5422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0DBEBC-644B-407F-85A8-9F359D93F530}">
      <dsp:nvSpPr>
        <dsp:cNvPr id="0" name=""/>
        <dsp:cNvSpPr/>
      </dsp:nvSpPr>
      <dsp:spPr>
        <a:xfrm>
          <a:off x="1138648" y="1234249"/>
          <a:ext cx="4767679" cy="985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335" tIns="104335" rIns="104335" bIns="10433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Особенно это актуально при неполном или гибком рабочем графике.</a:t>
          </a:r>
        </a:p>
      </dsp:txBody>
      <dsp:txXfrm>
        <a:off x="1138648" y="1234249"/>
        <a:ext cx="4767679" cy="985843"/>
      </dsp:txXfrm>
    </dsp:sp>
    <dsp:sp modelId="{0E4FBA48-DB9C-46AC-A6E3-83A9E7BE0137}">
      <dsp:nvSpPr>
        <dsp:cNvPr id="0" name=""/>
        <dsp:cNvSpPr/>
      </dsp:nvSpPr>
      <dsp:spPr>
        <a:xfrm>
          <a:off x="0" y="2466552"/>
          <a:ext cx="5906327" cy="985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E0CCB2-5B2B-4D38-86E1-535E789B8392}">
      <dsp:nvSpPr>
        <dsp:cNvPr id="0" name=""/>
        <dsp:cNvSpPr/>
      </dsp:nvSpPr>
      <dsp:spPr>
        <a:xfrm>
          <a:off x="298217" y="2688367"/>
          <a:ext cx="542213" cy="5422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870E3F-9D50-4E02-88AE-6C8E20B30F55}">
      <dsp:nvSpPr>
        <dsp:cNvPr id="0" name=""/>
        <dsp:cNvSpPr/>
      </dsp:nvSpPr>
      <dsp:spPr>
        <a:xfrm>
          <a:off x="1138648" y="2466552"/>
          <a:ext cx="4767679" cy="985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335" tIns="104335" rIns="104335" bIns="10433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В результате можно запланировать больше работы, чем реально возможно выполнить.</a:t>
          </a:r>
        </a:p>
      </dsp:txBody>
      <dsp:txXfrm>
        <a:off x="1138648" y="2466552"/>
        <a:ext cx="4767679" cy="985843"/>
      </dsp:txXfrm>
    </dsp:sp>
    <dsp:sp modelId="{1A345209-51B3-45AE-A661-1482611CFE69}">
      <dsp:nvSpPr>
        <dsp:cNvPr id="0" name=""/>
        <dsp:cNvSpPr/>
      </dsp:nvSpPr>
      <dsp:spPr>
        <a:xfrm>
          <a:off x="0" y="3698856"/>
          <a:ext cx="5906327" cy="985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529312-F60F-41D4-B501-DAB41DF39E0C}">
      <dsp:nvSpPr>
        <dsp:cNvPr id="0" name=""/>
        <dsp:cNvSpPr/>
      </dsp:nvSpPr>
      <dsp:spPr>
        <a:xfrm>
          <a:off x="298217" y="3920671"/>
          <a:ext cx="542213" cy="5422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336558-7538-46EA-9329-8B7C0CD4CB58}">
      <dsp:nvSpPr>
        <dsp:cNvPr id="0" name=""/>
        <dsp:cNvSpPr/>
      </dsp:nvSpPr>
      <dsp:spPr>
        <a:xfrm>
          <a:off x="1138648" y="3698856"/>
          <a:ext cx="4767679" cy="985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335" tIns="104335" rIns="104335" bIns="10433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Фактическое время выполнения задач часто приходится отслеживать отдельно.</a:t>
          </a:r>
        </a:p>
      </dsp:txBody>
      <dsp:txXfrm>
        <a:off x="1138648" y="3698856"/>
        <a:ext cx="4767679" cy="9858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BAD457-3E2A-7F44-9EF1-5D3797DD0522}">
      <dsp:nvSpPr>
        <dsp:cNvPr id="0" name=""/>
        <dsp:cNvSpPr/>
      </dsp:nvSpPr>
      <dsp:spPr>
        <a:xfrm>
          <a:off x="3091" y="0"/>
          <a:ext cx="2452910" cy="3310816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1238" tIns="330200" rIns="191238" bIns="3302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Единая система для планирования задач, рабочего времени и контроля загрузки.</a:t>
          </a:r>
        </a:p>
      </dsp:txBody>
      <dsp:txXfrm>
        <a:off x="3091" y="1258110"/>
        <a:ext cx="2452910" cy="1986489"/>
      </dsp:txXfrm>
    </dsp:sp>
    <dsp:sp modelId="{B02A4A5A-2DAF-7B4A-8403-89C9D1504F4C}">
      <dsp:nvSpPr>
        <dsp:cNvPr id="0" name=""/>
        <dsp:cNvSpPr/>
      </dsp:nvSpPr>
      <dsp:spPr>
        <a:xfrm>
          <a:off x="732924" y="331081"/>
          <a:ext cx="993244" cy="99324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7437" tIns="12700" rIns="77437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78381" y="476538"/>
        <a:ext cx="702330" cy="702330"/>
      </dsp:txXfrm>
    </dsp:sp>
    <dsp:sp modelId="{F6FE2B13-26C8-4640-80EA-042E05C6A77D}">
      <dsp:nvSpPr>
        <dsp:cNvPr id="0" name=""/>
        <dsp:cNvSpPr/>
      </dsp:nvSpPr>
      <dsp:spPr>
        <a:xfrm>
          <a:off x="3091" y="3310744"/>
          <a:ext cx="2452910" cy="72"/>
        </a:xfrm>
        <a:prstGeom prst="rect">
          <a:avLst/>
        </a:prstGeom>
        <a:solidFill>
          <a:schemeClr val="accent2">
            <a:hueOff val="-554054"/>
            <a:satOff val="-1253"/>
            <a:lumOff val="-812"/>
            <a:alphaOff val="0"/>
          </a:schemeClr>
        </a:solidFill>
        <a:ln w="15875" cap="rnd" cmpd="sng" algn="ctr">
          <a:solidFill>
            <a:schemeClr val="accent2">
              <a:hueOff val="-554054"/>
              <a:satOff val="-1253"/>
              <a:lumOff val="-81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DA25066-8222-7D40-B6FA-F9C39A16096B}">
      <dsp:nvSpPr>
        <dsp:cNvPr id="0" name=""/>
        <dsp:cNvSpPr/>
      </dsp:nvSpPr>
      <dsp:spPr>
        <a:xfrm>
          <a:off x="2701293" y="0"/>
          <a:ext cx="2452910" cy="3310816"/>
        </a:xfrm>
        <a:prstGeom prst="rect">
          <a:avLst/>
        </a:prstGeom>
        <a:solidFill>
          <a:schemeClr val="accent2">
            <a:tint val="40000"/>
            <a:alpha val="90000"/>
            <a:hueOff val="-1079074"/>
            <a:satOff val="-3844"/>
            <a:lumOff val="-463"/>
            <a:alphaOff val="0"/>
          </a:schemeClr>
        </a:solidFill>
        <a:ln w="15875" cap="rnd" cmpd="sng" algn="ctr">
          <a:solidFill>
            <a:schemeClr val="accent2">
              <a:tint val="40000"/>
              <a:alpha val="90000"/>
              <a:hueOff val="-1079074"/>
              <a:satOff val="-3844"/>
              <a:lumOff val="-46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1238" tIns="330200" rIns="191238" bIns="3302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Пользователь задаёт рабочий график и может добавлять дополнительное рабочее время.</a:t>
          </a:r>
        </a:p>
      </dsp:txBody>
      <dsp:txXfrm>
        <a:off x="2701293" y="1258110"/>
        <a:ext cx="2452910" cy="1986489"/>
      </dsp:txXfrm>
    </dsp:sp>
    <dsp:sp modelId="{9C6627A5-E107-CB48-B7B2-01E8FAECC00D}">
      <dsp:nvSpPr>
        <dsp:cNvPr id="0" name=""/>
        <dsp:cNvSpPr/>
      </dsp:nvSpPr>
      <dsp:spPr>
        <a:xfrm>
          <a:off x="3431126" y="331081"/>
          <a:ext cx="993244" cy="993244"/>
        </a:xfrm>
        <a:prstGeom prst="ellipse">
          <a:avLst/>
        </a:prstGeom>
        <a:solidFill>
          <a:schemeClr val="accent2">
            <a:hueOff val="-1108107"/>
            <a:satOff val="-2506"/>
            <a:lumOff val="-1625"/>
            <a:alphaOff val="0"/>
          </a:schemeClr>
        </a:solidFill>
        <a:ln w="15875" cap="rnd" cmpd="sng" algn="ctr">
          <a:solidFill>
            <a:schemeClr val="accent2">
              <a:hueOff val="-1108107"/>
              <a:satOff val="-2506"/>
              <a:lumOff val="-162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7437" tIns="12700" rIns="77437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576583" y="476538"/>
        <a:ext cx="702330" cy="702330"/>
      </dsp:txXfrm>
    </dsp:sp>
    <dsp:sp modelId="{11BC299C-28F2-8547-A16B-F4B3D3FAE711}">
      <dsp:nvSpPr>
        <dsp:cNvPr id="0" name=""/>
        <dsp:cNvSpPr/>
      </dsp:nvSpPr>
      <dsp:spPr>
        <a:xfrm>
          <a:off x="2701293" y="3310744"/>
          <a:ext cx="2452910" cy="72"/>
        </a:xfrm>
        <a:prstGeom prst="rect">
          <a:avLst/>
        </a:prstGeom>
        <a:solidFill>
          <a:schemeClr val="accent2">
            <a:hueOff val="-1662161"/>
            <a:satOff val="-3759"/>
            <a:lumOff val="-2437"/>
            <a:alphaOff val="0"/>
          </a:schemeClr>
        </a:solidFill>
        <a:ln w="15875" cap="rnd" cmpd="sng" algn="ctr">
          <a:solidFill>
            <a:schemeClr val="accent2">
              <a:hueOff val="-1662161"/>
              <a:satOff val="-3759"/>
              <a:lumOff val="-243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0D53B22-F754-654F-BCB9-28996EBD833C}">
      <dsp:nvSpPr>
        <dsp:cNvPr id="0" name=""/>
        <dsp:cNvSpPr/>
      </dsp:nvSpPr>
      <dsp:spPr>
        <a:xfrm>
          <a:off x="5399495" y="0"/>
          <a:ext cx="2452910" cy="3310816"/>
        </a:xfrm>
        <a:prstGeom prst="rect">
          <a:avLst/>
        </a:prstGeom>
        <a:solidFill>
          <a:schemeClr val="accent2">
            <a:tint val="40000"/>
            <a:alpha val="90000"/>
            <a:hueOff val="-2158148"/>
            <a:satOff val="-7687"/>
            <a:lumOff val="-927"/>
            <a:alphaOff val="0"/>
          </a:schemeClr>
        </a:solidFill>
        <a:ln w="15875" cap="rnd" cmpd="sng" algn="ctr">
          <a:solidFill>
            <a:schemeClr val="accent2">
              <a:tint val="40000"/>
              <a:alpha val="90000"/>
              <a:hueOff val="-2158148"/>
              <a:satOff val="-7687"/>
              <a:lumOff val="-92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1238" tIns="330200" rIns="191238" bIns="3302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Для каждой задачи указывается планируемое время и запускается таймер фактического времени.</a:t>
          </a:r>
        </a:p>
      </dsp:txBody>
      <dsp:txXfrm>
        <a:off x="5399495" y="1258110"/>
        <a:ext cx="2452910" cy="1986489"/>
      </dsp:txXfrm>
    </dsp:sp>
    <dsp:sp modelId="{6D03F70C-C743-3440-A268-342650745CD0}">
      <dsp:nvSpPr>
        <dsp:cNvPr id="0" name=""/>
        <dsp:cNvSpPr/>
      </dsp:nvSpPr>
      <dsp:spPr>
        <a:xfrm>
          <a:off x="6129328" y="331081"/>
          <a:ext cx="993244" cy="993244"/>
        </a:xfrm>
        <a:prstGeom prst="ellipse">
          <a:avLst/>
        </a:prstGeom>
        <a:solidFill>
          <a:schemeClr val="accent2">
            <a:hueOff val="-2216215"/>
            <a:satOff val="-5012"/>
            <a:lumOff val="-3249"/>
            <a:alphaOff val="0"/>
          </a:schemeClr>
        </a:solidFill>
        <a:ln w="15875" cap="rnd" cmpd="sng" algn="ctr">
          <a:solidFill>
            <a:schemeClr val="accent2">
              <a:hueOff val="-2216215"/>
              <a:satOff val="-5012"/>
              <a:lumOff val="-324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7437" tIns="12700" rIns="77437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274785" y="476538"/>
        <a:ext cx="702330" cy="702330"/>
      </dsp:txXfrm>
    </dsp:sp>
    <dsp:sp modelId="{D19BC5D7-BFDF-9F4F-B6DE-3C429AC36624}">
      <dsp:nvSpPr>
        <dsp:cNvPr id="0" name=""/>
        <dsp:cNvSpPr/>
      </dsp:nvSpPr>
      <dsp:spPr>
        <a:xfrm>
          <a:off x="5399495" y="3310744"/>
          <a:ext cx="2452910" cy="72"/>
        </a:xfrm>
        <a:prstGeom prst="rect">
          <a:avLst/>
        </a:prstGeom>
        <a:solidFill>
          <a:schemeClr val="accent2">
            <a:hueOff val="-2770268"/>
            <a:satOff val="-6265"/>
            <a:lumOff val="-4061"/>
            <a:alphaOff val="0"/>
          </a:schemeClr>
        </a:solidFill>
        <a:ln w="15875" cap="rnd" cmpd="sng" algn="ctr">
          <a:solidFill>
            <a:schemeClr val="accent2">
              <a:hueOff val="-2770268"/>
              <a:satOff val="-6265"/>
              <a:lumOff val="-406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733084F-C326-8847-BADA-272FF9B01E3F}">
      <dsp:nvSpPr>
        <dsp:cNvPr id="0" name=""/>
        <dsp:cNvSpPr/>
      </dsp:nvSpPr>
      <dsp:spPr>
        <a:xfrm>
          <a:off x="8097697" y="0"/>
          <a:ext cx="2452910" cy="3310816"/>
        </a:xfrm>
        <a:prstGeom prst="rect">
          <a:avLst/>
        </a:prstGeom>
        <a:solidFill>
          <a:schemeClr val="accent2">
            <a:tint val="40000"/>
            <a:alpha val="90000"/>
            <a:hueOff val="-3237222"/>
            <a:satOff val="-11531"/>
            <a:lumOff val="-1390"/>
            <a:alphaOff val="0"/>
          </a:schemeClr>
        </a:solidFill>
        <a:ln w="15875" cap="rnd" cmpd="sng" algn="ctr">
          <a:solidFill>
            <a:schemeClr val="accent2">
              <a:tint val="40000"/>
              <a:alpha val="90000"/>
              <a:hueOff val="-3237222"/>
              <a:satOff val="-11531"/>
              <a:lumOff val="-139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1238" tIns="330200" rIns="191238" bIns="3302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Система автоматически сравнивает объём задач с доступным временем и подсвечивает перегрузку.</a:t>
          </a:r>
        </a:p>
      </dsp:txBody>
      <dsp:txXfrm>
        <a:off x="8097697" y="1258110"/>
        <a:ext cx="2452910" cy="1986489"/>
      </dsp:txXfrm>
    </dsp:sp>
    <dsp:sp modelId="{61C7904C-7188-8E41-B260-D27F61362C57}">
      <dsp:nvSpPr>
        <dsp:cNvPr id="0" name=""/>
        <dsp:cNvSpPr/>
      </dsp:nvSpPr>
      <dsp:spPr>
        <a:xfrm>
          <a:off x="8827530" y="331081"/>
          <a:ext cx="993244" cy="993244"/>
        </a:xfrm>
        <a:prstGeom prst="ellipse">
          <a:avLst/>
        </a:prstGeom>
        <a:solidFill>
          <a:schemeClr val="accent2">
            <a:hueOff val="-3324322"/>
            <a:satOff val="-7518"/>
            <a:lumOff val="-4874"/>
            <a:alphaOff val="0"/>
          </a:schemeClr>
        </a:solidFill>
        <a:ln w="15875" cap="rnd" cmpd="sng" algn="ctr">
          <a:solidFill>
            <a:schemeClr val="accent2">
              <a:hueOff val="-3324322"/>
              <a:satOff val="-7518"/>
              <a:lumOff val="-487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7437" tIns="12700" rIns="77437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4</a:t>
          </a:r>
        </a:p>
      </dsp:txBody>
      <dsp:txXfrm>
        <a:off x="8972987" y="476538"/>
        <a:ext cx="702330" cy="702330"/>
      </dsp:txXfrm>
    </dsp:sp>
    <dsp:sp modelId="{4CC74615-4DC6-1841-ABF5-28161C5775AD}">
      <dsp:nvSpPr>
        <dsp:cNvPr id="0" name=""/>
        <dsp:cNvSpPr/>
      </dsp:nvSpPr>
      <dsp:spPr>
        <a:xfrm>
          <a:off x="8097697" y="3310744"/>
          <a:ext cx="2452910" cy="72"/>
        </a:xfrm>
        <a:prstGeom prst="rect">
          <a:avLst/>
        </a:prstGeom>
        <a:solidFill>
          <a:schemeClr val="accent2">
            <a:hueOff val="-3878375"/>
            <a:satOff val="-8771"/>
            <a:lumOff val="-5686"/>
            <a:alphaOff val="0"/>
          </a:schemeClr>
        </a:solidFill>
        <a:ln w="15875" cap="rnd" cmpd="sng" algn="ctr">
          <a:solidFill>
            <a:schemeClr val="accent2">
              <a:hueOff val="-3878375"/>
              <a:satOff val="-8771"/>
              <a:lumOff val="-5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43392C-3BD0-CE47-BC20-C4F99E4507D3}">
      <dsp:nvSpPr>
        <dsp:cNvPr id="0" name=""/>
        <dsp:cNvSpPr/>
      </dsp:nvSpPr>
      <dsp:spPr>
        <a:xfrm>
          <a:off x="0" y="50655"/>
          <a:ext cx="5728344" cy="4801679"/>
        </a:xfrm>
        <a:prstGeom prst="roundRect">
          <a:avLst/>
        </a:prstGeom>
        <a:blipFill rotWithShape="1">
          <a:blip xmlns:r="http://schemas.openxmlformats.org/officeDocument/2006/relationships" r:embed="rId1">
            <a:duotone>
              <a:schemeClr val="accent5">
                <a:hueOff val="0"/>
                <a:satOff val="0"/>
                <a:lumOff val="0"/>
                <a:alphaOff val="0"/>
                <a:tint val="98000"/>
                <a:lumMod val="102000"/>
              </a:schemeClr>
              <a:schemeClr val="accent5">
                <a:hueOff val="0"/>
                <a:satOff val="0"/>
                <a:lumOff val="0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kern="1200" dirty="0"/>
            <a:t>Небольшие </a:t>
          </a:r>
          <a:r>
            <a:rPr lang="en" sz="3600" kern="1200" dirty="0"/>
            <a:t>IT-</a:t>
          </a:r>
          <a:r>
            <a:rPr lang="ru-RU" sz="3600" kern="1200" dirty="0"/>
            <a:t>команды и стартапы численностью до 20 человек, в которых сотрудники работают по гибкому или неполному графику.</a:t>
          </a:r>
          <a:endParaRPr lang="en-US" sz="3600" kern="1200" dirty="0"/>
        </a:p>
      </dsp:txBody>
      <dsp:txXfrm>
        <a:off x="234399" y="285054"/>
        <a:ext cx="5259546" cy="433288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2227D6-1829-C648-94D2-A583977CBF7F}">
      <dsp:nvSpPr>
        <dsp:cNvPr id="0" name=""/>
        <dsp:cNvSpPr/>
      </dsp:nvSpPr>
      <dsp:spPr>
        <a:xfrm>
          <a:off x="0" y="918342"/>
          <a:ext cx="5816600" cy="428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B20C28-C577-A342-A8E4-39D685ABF714}">
      <dsp:nvSpPr>
        <dsp:cNvPr id="0" name=""/>
        <dsp:cNvSpPr/>
      </dsp:nvSpPr>
      <dsp:spPr>
        <a:xfrm>
          <a:off x="290830" y="667422"/>
          <a:ext cx="4071619" cy="501840"/>
        </a:xfrm>
        <a:prstGeom prst="roundRect">
          <a:avLst/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tint val="98000"/>
                <a:lumMod val="102000"/>
              </a:schemeClr>
              <a:schemeClr val="accent1">
                <a:hueOff val="0"/>
                <a:satOff val="0"/>
                <a:lumOff val="0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3898" tIns="0" rIns="153898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• 1.</a:t>
          </a:r>
          <a:r>
            <a:rPr lang="ru-RU" sz="1700" kern="1200" dirty="0"/>
            <a:t> Нуруллин Эльмир Рафисович</a:t>
          </a:r>
          <a:endParaRPr lang="en-US" sz="1700" kern="1200" dirty="0"/>
        </a:p>
      </dsp:txBody>
      <dsp:txXfrm>
        <a:off x="315328" y="691920"/>
        <a:ext cx="4022623" cy="452844"/>
      </dsp:txXfrm>
    </dsp:sp>
    <dsp:sp modelId="{90EB87AD-4C46-EC43-B1A9-3946E1CD7B93}">
      <dsp:nvSpPr>
        <dsp:cNvPr id="0" name=""/>
        <dsp:cNvSpPr/>
      </dsp:nvSpPr>
      <dsp:spPr>
        <a:xfrm>
          <a:off x="0" y="1689462"/>
          <a:ext cx="5816600" cy="428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1F74B3-1E76-3741-B88E-AC4C00886E49}">
      <dsp:nvSpPr>
        <dsp:cNvPr id="0" name=""/>
        <dsp:cNvSpPr/>
      </dsp:nvSpPr>
      <dsp:spPr>
        <a:xfrm>
          <a:off x="290830" y="1438542"/>
          <a:ext cx="4071619" cy="501840"/>
        </a:xfrm>
        <a:prstGeom prst="roundRect">
          <a:avLst/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tint val="98000"/>
                <a:lumMod val="102000"/>
              </a:schemeClr>
              <a:schemeClr val="accent1">
                <a:hueOff val="0"/>
                <a:satOff val="0"/>
                <a:lumOff val="0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3898" tIns="0" rIns="153898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Backend, Frontend</a:t>
          </a:r>
        </a:p>
      </dsp:txBody>
      <dsp:txXfrm>
        <a:off x="315328" y="1463040"/>
        <a:ext cx="4022623" cy="452844"/>
      </dsp:txXfrm>
    </dsp:sp>
    <dsp:sp modelId="{53F433B7-92B2-FB4B-AEB3-B362355E2DBE}">
      <dsp:nvSpPr>
        <dsp:cNvPr id="0" name=""/>
        <dsp:cNvSpPr/>
      </dsp:nvSpPr>
      <dsp:spPr>
        <a:xfrm>
          <a:off x="0" y="2460582"/>
          <a:ext cx="5816600" cy="428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2EAA1D-30F0-6449-8413-9A28AF1008A7}">
      <dsp:nvSpPr>
        <dsp:cNvPr id="0" name=""/>
        <dsp:cNvSpPr/>
      </dsp:nvSpPr>
      <dsp:spPr>
        <a:xfrm>
          <a:off x="290830" y="2209662"/>
          <a:ext cx="4071619" cy="501840"/>
        </a:xfrm>
        <a:prstGeom prst="roundRect">
          <a:avLst/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tint val="98000"/>
                <a:lumMod val="102000"/>
              </a:schemeClr>
              <a:schemeClr val="accent1">
                <a:hueOff val="0"/>
                <a:satOff val="0"/>
                <a:lumOff val="0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3898" tIns="0" rIns="153898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2. </a:t>
          </a:r>
          <a:r>
            <a:rPr lang="ru-RU" sz="1700" kern="1200"/>
            <a:t>Душкин Владимир Андреевич</a:t>
          </a:r>
          <a:endParaRPr lang="en-US" sz="1700" kern="1200"/>
        </a:p>
      </dsp:txBody>
      <dsp:txXfrm>
        <a:off x="315328" y="2234160"/>
        <a:ext cx="4022623" cy="452844"/>
      </dsp:txXfrm>
    </dsp:sp>
    <dsp:sp modelId="{9C5B2C5B-6A60-CD45-B4F0-82C46846E412}">
      <dsp:nvSpPr>
        <dsp:cNvPr id="0" name=""/>
        <dsp:cNvSpPr/>
      </dsp:nvSpPr>
      <dsp:spPr>
        <a:xfrm>
          <a:off x="0" y="3231702"/>
          <a:ext cx="5816600" cy="428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1770F1-C13F-8F41-9974-BC5B5AEC9FCC}">
      <dsp:nvSpPr>
        <dsp:cNvPr id="0" name=""/>
        <dsp:cNvSpPr/>
      </dsp:nvSpPr>
      <dsp:spPr>
        <a:xfrm>
          <a:off x="290830" y="2980782"/>
          <a:ext cx="4071619" cy="501840"/>
        </a:xfrm>
        <a:prstGeom prst="roundRect">
          <a:avLst/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tint val="98000"/>
                <a:lumMod val="102000"/>
              </a:schemeClr>
              <a:schemeClr val="accent1">
                <a:hueOff val="0"/>
                <a:satOff val="0"/>
                <a:lumOff val="0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3898" tIns="0" rIns="153898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Frontend, QA</a:t>
          </a:r>
        </a:p>
      </dsp:txBody>
      <dsp:txXfrm>
        <a:off x="315328" y="3005280"/>
        <a:ext cx="4022623" cy="4528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989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026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774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551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792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871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198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643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016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62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220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361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5563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482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43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6">
            <a:extLst>
              <a:ext uri="{FF2B5EF4-FFF2-40B4-BE49-F238E27FC236}">
                <a16:creationId xmlns:a16="http://schemas.microsoft.com/office/drawing/2014/main" id="{2FE8DED1-24FF-4A79-873B-ECE3ABE73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8">
            <a:extLst>
              <a:ext uri="{FF2B5EF4-FFF2-40B4-BE49-F238E27FC236}">
                <a16:creationId xmlns:a16="http://schemas.microsoft.com/office/drawing/2014/main" id="{0AA6A048-501A-4387-906B-B8A8543E7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7093" y="643467"/>
            <a:ext cx="10917814" cy="5571066"/>
          </a:xfrm>
          <a:custGeom>
            <a:avLst/>
            <a:gdLst>
              <a:gd name="connsiteX0" fmla="*/ 195712 w 10917814"/>
              <a:gd name="connsiteY0" fmla="*/ 0 h 5571066"/>
              <a:gd name="connsiteX1" fmla="*/ 5062165 w 10917814"/>
              <a:gd name="connsiteY1" fmla="*/ 0 h 5571066"/>
              <a:gd name="connsiteX2" fmla="*/ 5419638 w 10917814"/>
              <a:gd name="connsiteY2" fmla="*/ 268105 h 5571066"/>
              <a:gd name="connsiteX3" fmla="*/ 5428105 w 10917814"/>
              <a:gd name="connsiteY3" fmla="*/ 271280 h 5571066"/>
              <a:gd name="connsiteX4" fmla="*/ 5440804 w 10917814"/>
              <a:gd name="connsiteY4" fmla="*/ 276043 h 5571066"/>
              <a:gd name="connsiteX5" fmla="*/ 5453505 w 10917814"/>
              <a:gd name="connsiteY5" fmla="*/ 280805 h 5571066"/>
              <a:gd name="connsiteX6" fmla="*/ 5464088 w 10917814"/>
              <a:gd name="connsiteY6" fmla="*/ 280805 h 5571066"/>
              <a:gd name="connsiteX7" fmla="*/ 5476788 w 10917814"/>
              <a:gd name="connsiteY7" fmla="*/ 280805 h 5571066"/>
              <a:gd name="connsiteX8" fmla="*/ 5487371 w 10917814"/>
              <a:gd name="connsiteY8" fmla="*/ 276043 h 5571066"/>
              <a:gd name="connsiteX9" fmla="*/ 5500071 w 10917814"/>
              <a:gd name="connsiteY9" fmla="*/ 271280 h 5571066"/>
              <a:gd name="connsiteX10" fmla="*/ 5508538 w 10917814"/>
              <a:gd name="connsiteY10" fmla="*/ 268105 h 5571066"/>
              <a:gd name="connsiteX11" fmla="*/ 5866011 w 10917814"/>
              <a:gd name="connsiteY11" fmla="*/ 0 h 5571066"/>
              <a:gd name="connsiteX12" fmla="*/ 10722102 w 10917814"/>
              <a:gd name="connsiteY12" fmla="*/ 0 h 5571066"/>
              <a:gd name="connsiteX13" fmla="*/ 10917814 w 10917814"/>
              <a:gd name="connsiteY13" fmla="*/ 195712 h 5571066"/>
              <a:gd name="connsiteX14" fmla="*/ 10917814 w 10917814"/>
              <a:gd name="connsiteY14" fmla="*/ 5375354 h 5571066"/>
              <a:gd name="connsiteX15" fmla="*/ 10722102 w 10917814"/>
              <a:gd name="connsiteY15" fmla="*/ 5571066 h 5571066"/>
              <a:gd name="connsiteX16" fmla="*/ 195712 w 10917814"/>
              <a:gd name="connsiteY16" fmla="*/ 5571066 h 5571066"/>
              <a:gd name="connsiteX17" fmla="*/ 0 w 10917814"/>
              <a:gd name="connsiteY17" fmla="*/ 5375354 h 5571066"/>
              <a:gd name="connsiteX18" fmla="*/ 0 w 10917814"/>
              <a:gd name="connsiteY18" fmla="*/ 195712 h 5571066"/>
              <a:gd name="connsiteX19" fmla="*/ 195712 w 10917814"/>
              <a:gd name="connsiteY19" fmla="*/ 0 h 5571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917814" h="5571066">
                <a:moveTo>
                  <a:pt x="195712" y="0"/>
                </a:moveTo>
                <a:lnTo>
                  <a:pt x="5062165" y="0"/>
                </a:lnTo>
                <a:lnTo>
                  <a:pt x="5419638" y="268105"/>
                </a:lnTo>
                <a:lnTo>
                  <a:pt x="5428105" y="271280"/>
                </a:lnTo>
                <a:lnTo>
                  <a:pt x="5440804" y="276043"/>
                </a:lnTo>
                <a:lnTo>
                  <a:pt x="5453505" y="280805"/>
                </a:lnTo>
                <a:lnTo>
                  <a:pt x="5464088" y="280805"/>
                </a:lnTo>
                <a:lnTo>
                  <a:pt x="5476788" y="280805"/>
                </a:lnTo>
                <a:lnTo>
                  <a:pt x="5487371" y="276043"/>
                </a:lnTo>
                <a:lnTo>
                  <a:pt x="5500071" y="271280"/>
                </a:lnTo>
                <a:lnTo>
                  <a:pt x="5508538" y="268105"/>
                </a:lnTo>
                <a:lnTo>
                  <a:pt x="5866011" y="0"/>
                </a:lnTo>
                <a:lnTo>
                  <a:pt x="10722102" y="0"/>
                </a:lnTo>
                <a:cubicBezTo>
                  <a:pt x="10830191" y="0"/>
                  <a:pt x="10917814" y="87623"/>
                  <a:pt x="10917814" y="195712"/>
                </a:cubicBezTo>
                <a:lnTo>
                  <a:pt x="10917814" y="5375354"/>
                </a:lnTo>
                <a:cubicBezTo>
                  <a:pt x="10917814" y="5483443"/>
                  <a:pt x="10830191" y="5571066"/>
                  <a:pt x="10722102" y="5571066"/>
                </a:cubicBezTo>
                <a:lnTo>
                  <a:pt x="195712" y="5571066"/>
                </a:lnTo>
                <a:cubicBezTo>
                  <a:pt x="87623" y="5571066"/>
                  <a:pt x="0" y="5483443"/>
                  <a:pt x="0" y="5375354"/>
                </a:cubicBezTo>
                <a:lnTo>
                  <a:pt x="0" y="195712"/>
                </a:lnTo>
                <a:cubicBezTo>
                  <a:pt x="0" y="87623"/>
                  <a:pt x="87623" y="0"/>
                  <a:pt x="195712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F04FED-61EA-CD59-6ACD-0940230D10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559" y="1286935"/>
            <a:ext cx="9638153" cy="2668377"/>
          </a:xfrm>
          <a:effectLst/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ru-RU" sz="3800" b="1">
                <a:solidFill>
                  <a:schemeClr val="tx1"/>
                </a:solidFill>
              </a:rPr>
              <a:t>Система планирования и контроля рабочего времени на основе индивидуального рабочего графика</a:t>
            </a:r>
            <a:br>
              <a:rPr lang="ru-RU" sz="3800">
                <a:solidFill>
                  <a:schemeClr val="tx1"/>
                </a:solidFill>
              </a:rPr>
            </a:br>
            <a:endParaRPr lang="ru-RU" sz="3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80359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>
            <a:extLst>
              <a:ext uri="{FF2B5EF4-FFF2-40B4-BE49-F238E27FC236}">
                <a16:creationId xmlns:a16="http://schemas.microsoft.com/office/drawing/2014/main" id="{B9D93730-8C7D-423D-9137-597B5FA657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0D45553-91A4-480A-9577-0E0FC0D91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3" y="0"/>
            <a:ext cx="1218742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23">
            <a:extLst>
              <a:ext uri="{FF2B5EF4-FFF2-40B4-BE49-F238E27FC236}">
                <a16:creationId xmlns:a16="http://schemas.microsoft.com/office/drawing/2014/main" id="{D240F8A8-FEA1-42C2-B259-27A9351279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637005" cy="68580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duotone>
                <a:schemeClr val="accent1">
                  <a:tint val="98000"/>
                  <a:lumMod val="102000"/>
                </a:schemeClr>
                <a:schemeClr val="accent1">
                  <a:shade val="98000"/>
                  <a:lumMod val="98000"/>
                </a:schemeClr>
              </a:duotone>
            </a:blip>
            <a:tile tx="0" ty="0" sx="100000" sy="100000" flip="none" algn="tl"/>
          </a:blipFill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56591" y="1741714"/>
            <a:ext cx="3518452" cy="41177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rPr lang="en-US" sz="4000" b="1" dirty="0" err="1">
                <a:solidFill>
                  <a:srgbClr val="FEFEFE"/>
                </a:solidFill>
                <a:latin typeface="+mj-lt"/>
                <a:ea typeface="+mj-ea"/>
                <a:cs typeface="+mj-cs"/>
              </a:rPr>
              <a:t>Проблема</a:t>
            </a:r>
            <a:endParaRPr lang="en-US" sz="4000" b="1" dirty="0">
              <a:solidFill>
                <a:srgbClr val="FEFEFE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7" name="TextBox 2">
            <a:extLst>
              <a:ext uri="{FF2B5EF4-FFF2-40B4-BE49-F238E27FC236}">
                <a16:creationId xmlns:a16="http://schemas.microsoft.com/office/drawing/2014/main" id="{A970B72B-C92D-7D35-0695-A109E33C45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7654948"/>
              </p:ext>
            </p:extLst>
          </p:nvPr>
        </p:nvGraphicFramePr>
        <p:xfrm>
          <a:off x="5466523" y="1172818"/>
          <a:ext cx="5906328" cy="46866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>
            <a:extLst>
              <a:ext uri="{FF2B5EF4-FFF2-40B4-BE49-F238E27FC236}">
                <a16:creationId xmlns:a16="http://schemas.microsoft.com/office/drawing/2014/main" id="{B9D93730-8C7D-423D-9137-597B5FA657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810000" y="447188"/>
            <a:ext cx="10571998" cy="9704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rPr lang="en-US" sz="4000" b="1">
                <a:solidFill>
                  <a:srgbClr val="FEFEFE"/>
                </a:solidFill>
                <a:latin typeface="+mj-lt"/>
                <a:ea typeface="+mj-ea"/>
                <a:cs typeface="+mj-cs"/>
              </a:rPr>
              <a:t>Решение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1681BFE2-45D9-3BA7-9197-366065E3BC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40844421"/>
              </p:ext>
            </p:extLst>
          </p:nvPr>
        </p:nvGraphicFramePr>
        <p:xfrm>
          <a:off x="819150" y="2548647"/>
          <a:ext cx="10553700" cy="33108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>
            <a:extLst>
              <a:ext uri="{FF2B5EF4-FFF2-40B4-BE49-F238E27FC236}">
                <a16:creationId xmlns:a16="http://schemas.microsoft.com/office/drawing/2014/main" id="{B9D93730-8C7D-423D-9137-597B5FA657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2B82547-2424-4E7A-A98B-75206EE73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23">
            <a:extLst>
              <a:ext uri="{FF2B5EF4-FFF2-40B4-BE49-F238E27FC236}">
                <a16:creationId xmlns:a16="http://schemas.microsoft.com/office/drawing/2014/main" id="{5109BC2F-9616-4D7D-9E98-57898009A8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637005" cy="68580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duotone>
                <a:schemeClr val="accent1">
                  <a:tint val="98000"/>
                  <a:lumMod val="102000"/>
                </a:schemeClr>
                <a:schemeClr val="accent1">
                  <a:shade val="98000"/>
                  <a:lumMod val="98000"/>
                </a:schemeClr>
              </a:duotone>
            </a:blip>
            <a:tile tx="0" ty="0" sx="100000" sy="100000" flip="none" algn="tl"/>
          </a:blipFill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41754" y="1687286"/>
            <a:ext cx="3269463" cy="397801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rPr lang="en-US" sz="4400" b="1">
                <a:solidFill>
                  <a:srgbClr val="FEFEFE"/>
                </a:solidFill>
                <a:latin typeface="+mj-lt"/>
                <a:ea typeface="+mj-ea"/>
                <a:cs typeface="+mj-cs"/>
              </a:rPr>
              <a:t>Целевая аудитория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D76B908A-ED3B-7EC8-1006-16E3A3FA1F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59878"/>
              </p:ext>
            </p:extLst>
          </p:nvPr>
        </p:nvGraphicFramePr>
        <p:xfrm>
          <a:off x="5508820" y="965200"/>
          <a:ext cx="5728344" cy="49029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6">
            <a:extLst>
              <a:ext uri="{FF2B5EF4-FFF2-40B4-BE49-F238E27FC236}">
                <a16:creationId xmlns:a16="http://schemas.microsoft.com/office/drawing/2014/main" id="{B9D93730-8C7D-423D-9137-597B5FA657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 useBgFill="1">
        <p:nvSpPr>
          <p:cNvPr id="16" name="Rectangle 10">
            <a:extLst>
              <a:ext uri="{FF2B5EF4-FFF2-40B4-BE49-F238E27FC236}">
                <a16:creationId xmlns:a16="http://schemas.microsoft.com/office/drawing/2014/main" id="{A3322B77-FA16-4D4E-BAA6-811C61DB3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2">
            <a:extLst>
              <a:ext uri="{FF2B5EF4-FFF2-40B4-BE49-F238E27FC236}">
                <a16:creationId xmlns:a16="http://schemas.microsoft.com/office/drawing/2014/main" id="{CA6EF34F-3BAD-4CD8-B05E-03BA773AE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6200000">
            <a:off x="-1050631" y="1050634"/>
            <a:ext cx="6857997" cy="4756735"/>
          </a:xfrm>
          <a:custGeom>
            <a:avLst/>
            <a:gdLst>
              <a:gd name="connsiteX0" fmla="*/ 6857997 w 6857997"/>
              <a:gd name="connsiteY0" fmla="*/ 0 h 4756735"/>
              <a:gd name="connsiteX1" fmla="*/ 6857997 w 6857997"/>
              <a:gd name="connsiteY1" fmla="*/ 4458285 h 4756735"/>
              <a:gd name="connsiteX2" fmla="*/ 4861980 w 6857997"/>
              <a:gd name="connsiteY2" fmla="*/ 4458285 h 4756735"/>
              <a:gd name="connsiteX3" fmla="*/ 4480980 w 6857997"/>
              <a:gd name="connsiteY3" fmla="*/ 4744036 h 4756735"/>
              <a:gd name="connsiteX4" fmla="*/ 4472514 w 6857997"/>
              <a:gd name="connsiteY4" fmla="*/ 4747210 h 4756735"/>
              <a:gd name="connsiteX5" fmla="*/ 4459814 w 6857997"/>
              <a:gd name="connsiteY5" fmla="*/ 4751973 h 4756735"/>
              <a:gd name="connsiteX6" fmla="*/ 4447114 w 6857997"/>
              <a:gd name="connsiteY6" fmla="*/ 4756735 h 4756735"/>
              <a:gd name="connsiteX7" fmla="*/ 4436530 w 6857997"/>
              <a:gd name="connsiteY7" fmla="*/ 4756735 h 4756735"/>
              <a:gd name="connsiteX8" fmla="*/ 4423830 w 6857997"/>
              <a:gd name="connsiteY8" fmla="*/ 4756735 h 4756735"/>
              <a:gd name="connsiteX9" fmla="*/ 4413247 w 6857997"/>
              <a:gd name="connsiteY9" fmla="*/ 4751973 h 4756735"/>
              <a:gd name="connsiteX10" fmla="*/ 4400547 w 6857997"/>
              <a:gd name="connsiteY10" fmla="*/ 4747210 h 4756735"/>
              <a:gd name="connsiteX11" fmla="*/ 4392080 w 6857997"/>
              <a:gd name="connsiteY11" fmla="*/ 4744036 h 4756735"/>
              <a:gd name="connsiteX12" fmla="*/ 4011080 w 6857997"/>
              <a:gd name="connsiteY12" fmla="*/ 4458285 h 4756735"/>
              <a:gd name="connsiteX13" fmla="*/ 0 w 6857997"/>
              <a:gd name="connsiteY13" fmla="*/ 4458285 h 4756735"/>
              <a:gd name="connsiteX14" fmla="*/ 1 w 6857997"/>
              <a:gd name="connsiteY14" fmla="*/ 0 h 4756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857997" h="4756735">
                <a:moveTo>
                  <a:pt x="6857997" y="0"/>
                </a:moveTo>
                <a:lnTo>
                  <a:pt x="6857997" y="4458285"/>
                </a:lnTo>
                <a:lnTo>
                  <a:pt x="4861980" y="4458285"/>
                </a:lnTo>
                <a:lnTo>
                  <a:pt x="4480980" y="4744036"/>
                </a:lnTo>
                <a:lnTo>
                  <a:pt x="4472514" y="4747210"/>
                </a:lnTo>
                <a:lnTo>
                  <a:pt x="4459814" y="4751973"/>
                </a:lnTo>
                <a:lnTo>
                  <a:pt x="4447114" y="4756735"/>
                </a:lnTo>
                <a:lnTo>
                  <a:pt x="4436530" y="4756735"/>
                </a:lnTo>
                <a:lnTo>
                  <a:pt x="4423830" y="4756735"/>
                </a:lnTo>
                <a:lnTo>
                  <a:pt x="4413247" y="4751973"/>
                </a:lnTo>
                <a:lnTo>
                  <a:pt x="4400547" y="4747210"/>
                </a:lnTo>
                <a:lnTo>
                  <a:pt x="4392080" y="4744036"/>
                </a:lnTo>
                <a:lnTo>
                  <a:pt x="4011080" y="4458285"/>
                </a:lnTo>
                <a:lnTo>
                  <a:pt x="0" y="4458285"/>
                </a:ln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641754" y="1918252"/>
            <a:ext cx="3365439" cy="39976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rPr lang="en-US" sz="4400" b="1">
                <a:solidFill>
                  <a:srgbClr val="FEFEFE"/>
                </a:solidFill>
                <a:latin typeface="+mj-lt"/>
                <a:ea typeface="+mj-ea"/>
                <a:cs typeface="+mj-cs"/>
              </a:rPr>
              <a:t>Команда</a:t>
            </a:r>
          </a:p>
        </p:txBody>
      </p:sp>
      <p:graphicFrame>
        <p:nvGraphicFramePr>
          <p:cNvPr id="18" name="TextBox 2">
            <a:extLst>
              <a:ext uri="{FF2B5EF4-FFF2-40B4-BE49-F238E27FC236}">
                <a16:creationId xmlns:a16="http://schemas.microsoft.com/office/drawing/2014/main" id="{1A8F05F4-CC16-4AE9-C0D6-E9278A1B71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0804002"/>
              </p:ext>
            </p:extLst>
          </p:nvPr>
        </p:nvGraphicFramePr>
        <p:xfrm>
          <a:off x="5556250" y="1262063"/>
          <a:ext cx="5816600" cy="4327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Цитаты">
  <a:themeElements>
    <a:clrScheme name="Цитаты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Цитаты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Цитаты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142</TotalTime>
  <Words>157</Words>
  <Application>Microsoft Macintosh PowerPoint</Application>
  <PresentationFormat>Широкоэкранный</PresentationFormat>
  <Paragraphs>22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8" baseType="lpstr">
      <vt:lpstr>Century Gothic</vt:lpstr>
      <vt:lpstr>Wingdings 2</vt:lpstr>
      <vt:lpstr>Цитаты</vt:lpstr>
      <vt:lpstr>Система планирования и контроля рабочего времени на основе индивидуального рабочего графика 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a82297</cp:lastModifiedBy>
  <cp:revision>5</cp:revision>
  <dcterms:created xsi:type="dcterms:W3CDTF">2013-01-27T09:14:16Z</dcterms:created>
  <dcterms:modified xsi:type="dcterms:W3CDTF">2026-09-25T05:03:22Z</dcterms:modified>
  <cp:category/>
</cp:coreProperties>
</file>